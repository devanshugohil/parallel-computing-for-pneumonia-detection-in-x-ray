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80" r:id="rId21"/>
    <p:sldId id="279" r:id="rId22"/>
    <p:sldId id="283" r:id="rId23"/>
    <p:sldId id="275" r:id="rId24"/>
    <p:sldId id="277" r:id="rId25"/>
    <p:sldId id="278" r:id="rId26"/>
    <p:sldId id="282" r:id="rId27"/>
    <p:sldId id="284" r:id="rId28"/>
    <p:sldId id="285" r:id="rId29"/>
  </p:sldIdLst>
  <p:sldSz cx="9144000" cy="5143500" type="screen16x9"/>
  <p:notesSz cx="6858000" cy="9144000"/>
  <p:embeddedFontLst>
    <p:embeddedFont>
      <p:font typeface="Karla" pitchFamily="2" charset="0"/>
      <p:regular r:id="rId31"/>
      <p:bold r:id="rId32"/>
      <p:italic r:id="rId33"/>
      <p:boldItalic r:id="rId34"/>
    </p:embeddedFont>
    <p:embeddedFont>
      <p:font typeface="Montserrat" panose="00000500000000000000" pitchFamily="2" charset="0"/>
      <p:regular r:id="rId35"/>
      <p:bold r:id="rId36"/>
      <p:italic r:id="rId37"/>
      <p:boldItalic r:id="rId38"/>
    </p:embeddedFont>
    <p:embeddedFont>
      <p:font typeface="Montserrat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0443E8-2189-22EE-6066-1E77EB0F4E48}" v="4" dt="2024-04-22T21:17:24.025"/>
    <p1510:client id="{CD51D6BC-C3D9-5462-E9F5-89C12E11E64A}" v="88" dt="2024-04-22T17:40:50.558"/>
  </p1510:revLst>
</p1510:revInfo>
</file>

<file path=ppt/tableStyles.xml><?xml version="1.0" encoding="utf-8"?>
<a:tblStyleLst xmlns:a="http://schemas.openxmlformats.org/drawingml/2006/main" def="{D2903D8D-04BD-4E4C-A273-993011E91ED4}">
  <a:tblStyle styleId="{D2903D8D-04BD-4E4C-A273-993011E91ED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7BB2FDA-A857-4282-A57C-E7D903D9BAA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anshu Subhashbhai Gohil" userId="S::gohil.de@northeastern.edu::056c7e09-33c6-4803-baff-85426b582ef5" providerId="AD" clId="Web-{7FBA8AFB-5FE0-1580-97A1-08FB9C726DCF}"/>
    <pc:docChg chg="addSld delSld modSld sldOrd">
      <pc:chgData name="Devanshu Subhashbhai Gohil" userId="S::gohil.de@northeastern.edu::056c7e09-33c6-4803-baff-85426b582ef5" providerId="AD" clId="Web-{7FBA8AFB-5FE0-1580-97A1-08FB9C726DCF}" dt="2024-04-11T03:05:31.574" v="561" actId="20577"/>
      <pc:docMkLst>
        <pc:docMk/>
      </pc:docMkLst>
      <pc:sldChg chg="addSp delSp modSp">
        <pc:chgData name="Devanshu Subhashbhai Gohil" userId="S::gohil.de@northeastern.edu::056c7e09-33c6-4803-baff-85426b582ef5" providerId="AD" clId="Web-{7FBA8AFB-5FE0-1580-97A1-08FB9C726DCF}" dt="2024-04-11T02:59:24.359" v="537" actId="1076"/>
        <pc:sldMkLst>
          <pc:docMk/>
          <pc:sldMk cId="4032800448" sldId="257"/>
        </pc:sldMkLst>
        <pc:spChg chg="mod">
          <ac:chgData name="Devanshu Subhashbhai Gohil" userId="S::gohil.de@northeastern.edu::056c7e09-33c6-4803-baff-85426b582ef5" providerId="AD" clId="Web-{7FBA8AFB-5FE0-1580-97A1-08FB9C726DCF}" dt="2024-04-11T02:59:18.031" v="535" actId="1076"/>
          <ac:spMkLst>
            <pc:docMk/>
            <pc:sldMk cId="4032800448" sldId="257"/>
            <ac:spMk id="2" creationId="{37CEBF31-932E-14DA-1A45-935DF0A2924E}"/>
          </ac:spMkLst>
        </pc:spChg>
        <pc:spChg chg="add del mod">
          <ac:chgData name="Devanshu Subhashbhai Gohil" userId="S::gohil.de@northeastern.edu::056c7e09-33c6-4803-baff-85426b582ef5" providerId="AD" clId="Web-{7FBA8AFB-5FE0-1580-97A1-08FB9C726DCF}" dt="2024-04-11T02:59:24.359" v="537" actId="1076"/>
          <ac:spMkLst>
            <pc:docMk/>
            <pc:sldMk cId="4032800448" sldId="257"/>
            <ac:spMk id="3" creationId="{AF50C675-0C37-B000-61D4-C263DE5689BF}"/>
          </ac:spMkLst>
        </pc:spChg>
      </pc:sldChg>
      <pc:sldChg chg="modSp">
        <pc:chgData name="Devanshu Subhashbhai Gohil" userId="S::gohil.de@northeastern.edu::056c7e09-33c6-4803-baff-85426b582ef5" providerId="AD" clId="Web-{7FBA8AFB-5FE0-1580-97A1-08FB9C726DCF}" dt="2024-04-11T03:00:47.225" v="550" actId="1076"/>
        <pc:sldMkLst>
          <pc:docMk/>
          <pc:sldMk cId="2411731710" sldId="263"/>
        </pc:sldMkLst>
        <pc:spChg chg="mod">
          <ac:chgData name="Devanshu Subhashbhai Gohil" userId="S::gohil.de@northeastern.edu::056c7e09-33c6-4803-baff-85426b582ef5" providerId="AD" clId="Web-{7FBA8AFB-5FE0-1580-97A1-08FB9C726DCF}" dt="2024-04-11T03:00:47.225" v="550" actId="1076"/>
          <ac:spMkLst>
            <pc:docMk/>
            <pc:sldMk cId="2411731710" sldId="263"/>
            <ac:spMk id="2" creationId="{CEB6E049-051C-7E23-14CE-F294D2E4518A}"/>
          </ac:spMkLst>
        </pc:spChg>
        <pc:spChg chg="mod">
          <ac:chgData name="Devanshu Subhashbhai Gohil" userId="S::gohil.de@northeastern.edu::056c7e09-33c6-4803-baff-85426b582ef5" providerId="AD" clId="Web-{7FBA8AFB-5FE0-1580-97A1-08FB9C726DCF}" dt="2024-04-11T03:00:47.209" v="549" actId="1076"/>
          <ac:spMkLst>
            <pc:docMk/>
            <pc:sldMk cId="2411731710" sldId="263"/>
            <ac:spMk id="3" creationId="{4A35A29A-2569-B6D6-4514-B388A7235EFC}"/>
          </ac:spMkLst>
        </pc:spChg>
      </pc:sldChg>
      <pc:sldChg chg="modSp">
        <pc:chgData name="Devanshu Subhashbhai Gohil" userId="S::gohil.de@northeastern.edu::056c7e09-33c6-4803-baff-85426b582ef5" providerId="AD" clId="Web-{7FBA8AFB-5FE0-1580-97A1-08FB9C726DCF}" dt="2024-04-11T02:55:45.062" v="445" actId="1076"/>
        <pc:sldMkLst>
          <pc:docMk/>
          <pc:sldMk cId="1572369663" sldId="269"/>
        </pc:sldMkLst>
        <pc:spChg chg="mod">
          <ac:chgData name="Devanshu Subhashbhai Gohil" userId="S::gohil.de@northeastern.edu::056c7e09-33c6-4803-baff-85426b582ef5" providerId="AD" clId="Web-{7FBA8AFB-5FE0-1580-97A1-08FB9C726DCF}" dt="2024-04-11T02:55:45.062" v="445" actId="1076"/>
          <ac:spMkLst>
            <pc:docMk/>
            <pc:sldMk cId="1572369663" sldId="269"/>
            <ac:spMk id="2" creationId="{38BF89F8-684F-2D87-0E9E-52E925BA8FC9}"/>
          </ac:spMkLst>
        </pc:spChg>
      </pc:sldChg>
      <pc:sldChg chg="addSp modSp">
        <pc:chgData name="Devanshu Subhashbhai Gohil" userId="S::gohil.de@northeastern.edu::056c7e09-33c6-4803-baff-85426b582ef5" providerId="AD" clId="Web-{7FBA8AFB-5FE0-1580-97A1-08FB9C726DCF}" dt="2024-04-11T02:16:23.817" v="38" actId="14100"/>
        <pc:sldMkLst>
          <pc:docMk/>
          <pc:sldMk cId="220959353" sldId="273"/>
        </pc:sldMkLst>
        <pc:picChg chg="add mod">
          <ac:chgData name="Devanshu Subhashbhai Gohil" userId="S::gohil.de@northeastern.edu::056c7e09-33c6-4803-baff-85426b582ef5" providerId="AD" clId="Web-{7FBA8AFB-5FE0-1580-97A1-08FB9C726DCF}" dt="2024-04-11T02:16:23.817" v="38" actId="14100"/>
          <ac:picMkLst>
            <pc:docMk/>
            <pc:sldMk cId="220959353" sldId="273"/>
            <ac:picMk id="3" creationId="{66C681F5-F7A3-B393-9338-A323D72F3D0C}"/>
          </ac:picMkLst>
        </pc:picChg>
        <pc:picChg chg="mod">
          <ac:chgData name="Devanshu Subhashbhai Gohil" userId="S::gohil.de@northeastern.edu::056c7e09-33c6-4803-baff-85426b582ef5" providerId="AD" clId="Web-{7FBA8AFB-5FE0-1580-97A1-08FB9C726DCF}" dt="2024-04-11T02:16:03.253" v="33" actId="1076"/>
          <ac:picMkLst>
            <pc:docMk/>
            <pc:sldMk cId="220959353" sldId="273"/>
            <ac:picMk id="4" creationId="{456F295C-2F1C-62F3-4C23-B884FFFF12F4}"/>
          </ac:picMkLst>
        </pc:picChg>
        <pc:picChg chg="mod">
          <ac:chgData name="Devanshu Subhashbhai Gohil" userId="S::gohil.de@northeastern.edu::056c7e09-33c6-4803-baff-85426b582ef5" providerId="AD" clId="Web-{7FBA8AFB-5FE0-1580-97A1-08FB9C726DCF}" dt="2024-04-11T02:16:03.284" v="34" actId="1076"/>
          <ac:picMkLst>
            <pc:docMk/>
            <pc:sldMk cId="220959353" sldId="273"/>
            <ac:picMk id="6" creationId="{D4FA849B-6933-91E2-1AE6-1AFD10985BB8}"/>
          </ac:picMkLst>
        </pc:picChg>
        <pc:picChg chg="mod">
          <ac:chgData name="Devanshu Subhashbhai Gohil" userId="S::gohil.de@northeastern.edu::056c7e09-33c6-4803-baff-85426b582ef5" providerId="AD" clId="Web-{7FBA8AFB-5FE0-1580-97A1-08FB9C726DCF}" dt="2024-04-11T02:16:18.738" v="37" actId="14100"/>
          <ac:picMkLst>
            <pc:docMk/>
            <pc:sldMk cId="220959353" sldId="273"/>
            <ac:picMk id="8" creationId="{2A4AD000-128B-7E60-3937-F8DCF2997982}"/>
          </ac:picMkLst>
        </pc:picChg>
      </pc:sldChg>
      <pc:sldChg chg="new">
        <pc:chgData name="Devanshu Subhashbhai Gohil" userId="S::gohil.de@northeastern.edu::056c7e09-33c6-4803-baff-85426b582ef5" providerId="AD" clId="Web-{7FBA8AFB-5FE0-1580-97A1-08FB9C726DCF}" dt="2024-04-11T02:09:13.188" v="0"/>
        <pc:sldMkLst>
          <pc:docMk/>
          <pc:sldMk cId="763990523" sldId="275"/>
        </pc:sldMkLst>
      </pc:sldChg>
      <pc:sldChg chg="addSp modSp new">
        <pc:chgData name="Devanshu Subhashbhai Gohil" userId="S::gohil.de@northeastern.edu::056c7e09-33c6-4803-baff-85426b582ef5" providerId="AD" clId="Web-{7FBA8AFB-5FE0-1580-97A1-08FB9C726DCF}" dt="2024-04-11T03:05:14.214" v="552" actId="20577"/>
        <pc:sldMkLst>
          <pc:docMk/>
          <pc:sldMk cId="964251761" sldId="276"/>
        </pc:sldMkLst>
        <pc:spChg chg="add mod">
          <ac:chgData name="Devanshu Subhashbhai Gohil" userId="S::gohil.de@northeastern.edu::056c7e09-33c6-4803-baff-85426b582ef5" providerId="AD" clId="Web-{7FBA8AFB-5FE0-1580-97A1-08FB9C726DCF}" dt="2024-04-11T03:05:14.214" v="552" actId="20577"/>
          <ac:spMkLst>
            <pc:docMk/>
            <pc:sldMk cId="964251761" sldId="276"/>
            <ac:spMk id="2" creationId="{940D52AA-6878-B3E1-C5F1-43CF8C55EC0E}"/>
          </ac:spMkLst>
        </pc:spChg>
        <pc:picChg chg="add mod">
          <ac:chgData name="Devanshu Subhashbhai Gohil" userId="S::gohil.de@northeastern.edu::056c7e09-33c6-4803-baff-85426b582ef5" providerId="AD" clId="Web-{7FBA8AFB-5FE0-1580-97A1-08FB9C726DCF}" dt="2024-04-11T02:12:16.783" v="13" actId="1076"/>
          <ac:picMkLst>
            <pc:docMk/>
            <pc:sldMk cId="964251761" sldId="276"/>
            <ac:picMk id="3" creationId="{2CA23196-9E48-D08E-3417-F00A77A5DDA7}"/>
          </ac:picMkLst>
        </pc:picChg>
        <pc:picChg chg="add mod">
          <ac:chgData name="Devanshu Subhashbhai Gohil" userId="S::gohil.de@northeastern.edu::056c7e09-33c6-4803-baff-85426b582ef5" providerId="AD" clId="Web-{7FBA8AFB-5FE0-1580-97A1-08FB9C726DCF}" dt="2024-04-11T02:12:48.098" v="15" actId="1076"/>
          <ac:picMkLst>
            <pc:docMk/>
            <pc:sldMk cId="964251761" sldId="276"/>
            <ac:picMk id="4" creationId="{74C179F8-CD89-4598-04FC-C6CDDBE1BA0B}"/>
          </ac:picMkLst>
        </pc:picChg>
        <pc:picChg chg="add mod">
          <ac:chgData name="Devanshu Subhashbhai Gohil" userId="S::gohil.de@northeastern.edu::056c7e09-33c6-4803-baff-85426b582ef5" providerId="AD" clId="Web-{7FBA8AFB-5FE0-1580-97A1-08FB9C726DCF}" dt="2024-04-11T02:15:10.827" v="25" actId="14100"/>
          <ac:picMkLst>
            <pc:docMk/>
            <pc:sldMk cId="964251761" sldId="276"/>
            <ac:picMk id="5" creationId="{9B61B759-CC3F-1C6F-3159-DEC974994BCF}"/>
          </ac:picMkLst>
        </pc:picChg>
        <pc:picChg chg="add mod">
          <ac:chgData name="Devanshu Subhashbhai Gohil" userId="S::gohil.de@northeastern.edu::056c7e09-33c6-4803-baff-85426b582ef5" providerId="AD" clId="Web-{7FBA8AFB-5FE0-1580-97A1-08FB9C726DCF}" dt="2024-04-11T02:15:39.126" v="28" actId="14100"/>
          <ac:picMkLst>
            <pc:docMk/>
            <pc:sldMk cId="964251761" sldId="276"/>
            <ac:picMk id="6" creationId="{F22BCDAD-170F-3637-0A0E-D9CCA06478AE}"/>
          </ac:picMkLst>
        </pc:picChg>
      </pc:sldChg>
      <pc:sldChg chg="addSp modSp del">
        <pc:chgData name="Devanshu Subhashbhai Gohil" userId="S::gohil.de@northeastern.edu::056c7e09-33c6-4803-baff-85426b582ef5" providerId="AD" clId="Web-{7FBA8AFB-5FE0-1580-97A1-08FB9C726DCF}" dt="2024-04-11T02:11:19.310" v="4"/>
        <pc:sldMkLst>
          <pc:docMk/>
          <pc:sldMk cId="1383101698" sldId="276"/>
        </pc:sldMkLst>
        <pc:spChg chg="add mod">
          <ac:chgData name="Devanshu Subhashbhai Gohil" userId="S::gohil.de@northeastern.edu::056c7e09-33c6-4803-baff-85426b582ef5" providerId="AD" clId="Web-{7FBA8AFB-5FE0-1580-97A1-08FB9C726DCF}" dt="2024-04-11T02:10:55.949" v="3"/>
          <ac:spMkLst>
            <pc:docMk/>
            <pc:sldMk cId="1383101698" sldId="276"/>
            <ac:spMk id="5" creationId="{EEF31F9C-86D9-65BC-9757-EBE57DDCE8DE}"/>
          </ac:spMkLst>
        </pc:spChg>
        <pc:picChg chg="add mod">
          <ac:chgData name="Devanshu Subhashbhai Gohil" userId="S::gohil.de@northeastern.edu::056c7e09-33c6-4803-baff-85426b582ef5" providerId="AD" clId="Web-{7FBA8AFB-5FE0-1580-97A1-08FB9C726DCF}" dt="2024-04-11T02:10:47.386" v="1"/>
          <ac:picMkLst>
            <pc:docMk/>
            <pc:sldMk cId="1383101698" sldId="276"/>
            <ac:picMk id="4" creationId="{8484FEDF-69FB-467C-51A3-5A1B47A30307}"/>
          </ac:picMkLst>
        </pc:picChg>
      </pc:sldChg>
      <pc:sldChg chg="new">
        <pc:chgData name="Devanshu Subhashbhai Gohil" userId="S::gohil.de@northeastern.edu::056c7e09-33c6-4803-baff-85426b582ef5" providerId="AD" clId="Web-{7FBA8AFB-5FE0-1580-97A1-08FB9C726DCF}" dt="2024-04-11T02:16:47.209" v="39"/>
        <pc:sldMkLst>
          <pc:docMk/>
          <pc:sldMk cId="4055974831" sldId="278"/>
        </pc:sldMkLst>
      </pc:sldChg>
      <pc:sldChg chg="addSp delSp modSp">
        <pc:chgData name="Devanshu Subhashbhai Gohil" userId="S::gohil.de@northeastern.edu::056c7e09-33c6-4803-baff-85426b582ef5" providerId="AD" clId="Web-{7FBA8AFB-5FE0-1580-97A1-08FB9C726DCF}" dt="2024-04-11T03:05:31.574" v="561" actId="20577"/>
        <pc:sldMkLst>
          <pc:docMk/>
          <pc:sldMk cId="4055974831" sldId="279"/>
        </pc:sldMkLst>
        <pc:spChg chg="add mod">
          <ac:chgData name="Devanshu Subhashbhai Gohil" userId="S::gohil.de@northeastern.edu::056c7e09-33c6-4803-baff-85426b582ef5" providerId="AD" clId="Web-{7FBA8AFB-5FE0-1580-97A1-08FB9C726DCF}" dt="2024-04-11T03:05:31.574" v="561" actId="20577"/>
          <ac:spMkLst>
            <pc:docMk/>
            <pc:sldMk cId="4055974831" sldId="279"/>
            <ac:spMk id="2" creationId="{36B539AE-E90E-4ACD-24D7-52FE1615798D}"/>
          </ac:spMkLst>
        </pc:spChg>
        <pc:picChg chg="add del mod">
          <ac:chgData name="Devanshu Subhashbhai Gohil" userId="S::gohil.de@northeastern.edu::056c7e09-33c6-4803-baff-85426b582ef5" providerId="AD" clId="Web-{7FBA8AFB-5FE0-1580-97A1-08FB9C726DCF}" dt="2024-04-11T02:30:46.055" v="58"/>
          <ac:picMkLst>
            <pc:docMk/>
            <pc:sldMk cId="4055974831" sldId="279"/>
            <ac:picMk id="3" creationId="{8B95D55D-2913-0C1F-5E94-C9394CB74625}"/>
          </ac:picMkLst>
        </pc:picChg>
        <pc:picChg chg="add mod">
          <ac:chgData name="Devanshu Subhashbhai Gohil" userId="S::gohil.de@northeastern.edu::056c7e09-33c6-4803-baff-85426b582ef5" providerId="AD" clId="Web-{7FBA8AFB-5FE0-1580-97A1-08FB9C726DCF}" dt="2024-04-11T02:29:11.501" v="51" actId="1076"/>
          <ac:picMkLst>
            <pc:docMk/>
            <pc:sldMk cId="4055974831" sldId="279"/>
            <ac:picMk id="4" creationId="{3EC54D72-DD41-3E74-218A-6BAA6B4B87A0}"/>
          </ac:picMkLst>
        </pc:picChg>
        <pc:picChg chg="add mod">
          <ac:chgData name="Devanshu Subhashbhai Gohil" userId="S::gohil.de@northeastern.edu::056c7e09-33c6-4803-baff-85426b582ef5" providerId="AD" clId="Web-{7FBA8AFB-5FE0-1580-97A1-08FB9C726DCF}" dt="2024-04-11T02:30:49.789" v="59" actId="1076"/>
          <ac:picMkLst>
            <pc:docMk/>
            <pc:sldMk cId="4055974831" sldId="279"/>
            <ac:picMk id="5" creationId="{393FC1C4-3EF3-CBB5-AC73-F36D5C27BEF7}"/>
          </ac:picMkLst>
        </pc:picChg>
      </pc:sldChg>
      <pc:sldChg chg="addSp delSp modSp add ord replId">
        <pc:chgData name="Devanshu Subhashbhai Gohil" userId="S::gohil.de@northeastern.edu::056c7e09-33c6-4803-baff-85426b582ef5" providerId="AD" clId="Web-{7FBA8AFB-5FE0-1580-97A1-08FB9C726DCF}" dt="2024-04-11T03:05:27.746" v="559" actId="20577"/>
        <pc:sldMkLst>
          <pc:docMk/>
          <pc:sldMk cId="1516052109" sldId="280"/>
        </pc:sldMkLst>
        <pc:spChg chg="mod">
          <ac:chgData name="Devanshu Subhashbhai Gohil" userId="S::gohil.de@northeastern.edu::056c7e09-33c6-4803-baff-85426b582ef5" providerId="AD" clId="Web-{7FBA8AFB-5FE0-1580-97A1-08FB9C726DCF}" dt="2024-04-11T03:05:27.746" v="559" actId="20577"/>
          <ac:spMkLst>
            <pc:docMk/>
            <pc:sldMk cId="1516052109" sldId="280"/>
            <ac:spMk id="2" creationId="{36B539AE-E90E-4ACD-24D7-52FE1615798D}"/>
          </ac:spMkLst>
        </pc:spChg>
        <pc:picChg chg="del">
          <ac:chgData name="Devanshu Subhashbhai Gohil" userId="S::gohil.de@northeastern.edu::056c7e09-33c6-4803-baff-85426b582ef5" providerId="AD" clId="Web-{7FBA8AFB-5FE0-1580-97A1-08FB9C726DCF}" dt="2024-04-11T02:29:41.331" v="53"/>
          <ac:picMkLst>
            <pc:docMk/>
            <pc:sldMk cId="1516052109" sldId="280"/>
            <ac:picMk id="4" creationId="{3EC54D72-DD41-3E74-218A-6BAA6B4B87A0}"/>
          </ac:picMkLst>
        </pc:picChg>
        <pc:picChg chg="add mod">
          <ac:chgData name="Devanshu Subhashbhai Gohil" userId="S::gohil.de@northeastern.edu::056c7e09-33c6-4803-baff-85426b582ef5" providerId="AD" clId="Web-{7FBA8AFB-5FE0-1580-97A1-08FB9C726DCF}" dt="2024-04-11T02:30:05.114" v="55" actId="1076"/>
          <ac:picMkLst>
            <pc:docMk/>
            <pc:sldMk cId="1516052109" sldId="280"/>
            <ac:picMk id="5" creationId="{11D604DC-282E-1CD0-32E8-52E7A6E767C0}"/>
          </ac:picMkLst>
        </pc:picChg>
      </pc:sldChg>
      <pc:sldChg chg="addSp modSp new del">
        <pc:chgData name="Devanshu Subhashbhai Gohil" userId="S::gohil.de@northeastern.edu::056c7e09-33c6-4803-baff-85426b582ef5" providerId="AD" clId="Web-{7FBA8AFB-5FE0-1580-97A1-08FB9C726DCF}" dt="2024-04-11T02:32:11.452" v="96"/>
        <pc:sldMkLst>
          <pc:docMk/>
          <pc:sldMk cId="3397948255" sldId="281"/>
        </pc:sldMkLst>
        <pc:spChg chg="add mod">
          <ac:chgData name="Devanshu Subhashbhai Gohil" userId="S::gohil.de@northeastern.edu::056c7e09-33c6-4803-baff-85426b582ef5" providerId="AD" clId="Web-{7FBA8AFB-5FE0-1580-97A1-08FB9C726DCF}" dt="2024-04-11T02:32:02.654" v="95" actId="14100"/>
          <ac:spMkLst>
            <pc:docMk/>
            <pc:sldMk cId="3397948255" sldId="281"/>
            <ac:spMk id="2" creationId="{A449651B-4459-C799-A1F4-071D2C2A44C3}"/>
          </ac:spMkLst>
        </pc:spChg>
      </pc:sldChg>
      <pc:sldChg chg="addSp delSp modSp new">
        <pc:chgData name="Devanshu Subhashbhai Gohil" userId="S::gohil.de@northeastern.edu::056c7e09-33c6-4803-baff-85426b582ef5" providerId="AD" clId="Web-{7FBA8AFB-5FE0-1580-97A1-08FB9C726DCF}" dt="2024-04-11T02:35:34.530" v="122" actId="1076"/>
        <pc:sldMkLst>
          <pc:docMk/>
          <pc:sldMk cId="2216394942" sldId="283"/>
        </pc:sldMkLst>
        <pc:spChg chg="mod">
          <ac:chgData name="Devanshu Subhashbhai Gohil" userId="S::gohil.de@northeastern.edu::056c7e09-33c6-4803-baff-85426b582ef5" providerId="AD" clId="Web-{7FBA8AFB-5FE0-1580-97A1-08FB9C726DCF}" dt="2024-04-11T02:32:45.626" v="102" actId="1076"/>
          <ac:spMkLst>
            <pc:docMk/>
            <pc:sldMk cId="2216394942" sldId="283"/>
            <ac:spMk id="2" creationId="{7A795D5E-8EDF-11E2-0ACB-21E9166EC9C2}"/>
          </ac:spMkLst>
        </pc:spChg>
        <pc:spChg chg="del">
          <ac:chgData name="Devanshu Subhashbhai Gohil" userId="S::gohil.de@northeastern.edu::056c7e09-33c6-4803-baff-85426b582ef5" providerId="AD" clId="Web-{7FBA8AFB-5FE0-1580-97A1-08FB9C726DCF}" dt="2024-04-11T02:32:48.986" v="103"/>
          <ac:spMkLst>
            <pc:docMk/>
            <pc:sldMk cId="2216394942" sldId="283"/>
            <ac:spMk id="3" creationId="{58051F6A-3EF0-2443-DE0C-4FBCBBB05E41}"/>
          </ac:spMkLst>
        </pc:spChg>
        <pc:picChg chg="add mod">
          <ac:chgData name="Devanshu Subhashbhai Gohil" userId="S::gohil.de@northeastern.edu::056c7e09-33c6-4803-baff-85426b582ef5" providerId="AD" clId="Web-{7FBA8AFB-5FE0-1580-97A1-08FB9C726DCF}" dt="2024-04-11T02:33:25.333" v="108" actId="1076"/>
          <ac:picMkLst>
            <pc:docMk/>
            <pc:sldMk cId="2216394942" sldId="283"/>
            <ac:picMk id="4" creationId="{07ADE954-EB5A-2999-FFC7-42F59924D893}"/>
          </ac:picMkLst>
        </pc:picChg>
        <pc:picChg chg="add del mod">
          <ac:chgData name="Devanshu Subhashbhai Gohil" userId="S::gohil.de@northeastern.edu::056c7e09-33c6-4803-baff-85426b582ef5" providerId="AD" clId="Web-{7FBA8AFB-5FE0-1580-97A1-08FB9C726DCF}" dt="2024-04-11T02:34:06.211" v="113"/>
          <ac:picMkLst>
            <pc:docMk/>
            <pc:sldMk cId="2216394942" sldId="283"/>
            <ac:picMk id="5" creationId="{681637F4-4683-A48C-B250-321AB9BCD170}"/>
          </ac:picMkLst>
        </pc:picChg>
        <pc:picChg chg="add mod">
          <ac:chgData name="Devanshu Subhashbhai Gohil" userId="S::gohil.de@northeastern.edu::056c7e09-33c6-4803-baff-85426b582ef5" providerId="AD" clId="Web-{7FBA8AFB-5FE0-1580-97A1-08FB9C726DCF}" dt="2024-04-11T02:35:34.530" v="122" actId="1076"/>
          <ac:picMkLst>
            <pc:docMk/>
            <pc:sldMk cId="2216394942" sldId="283"/>
            <ac:picMk id="6" creationId="{E0AE42EF-BC26-8B70-75AA-CC2679FC47AD}"/>
          </ac:picMkLst>
        </pc:picChg>
      </pc:sldChg>
      <pc:sldChg chg="addSp modSp">
        <pc:chgData name="Devanshu Subhashbhai Gohil" userId="S::gohil.de@northeastern.edu::056c7e09-33c6-4803-baff-85426b582ef5" providerId="AD" clId="Web-{7FBA8AFB-5FE0-1580-97A1-08FB9C726DCF}" dt="2024-04-11T02:45:33.169" v="200" actId="20577"/>
        <pc:sldMkLst>
          <pc:docMk/>
          <pc:sldMk cId="2485200719" sldId="284"/>
        </pc:sldMkLst>
        <pc:spChg chg="add mod">
          <ac:chgData name="Devanshu Subhashbhai Gohil" userId="S::gohil.de@northeastern.edu::056c7e09-33c6-4803-baff-85426b582ef5" providerId="AD" clId="Web-{7FBA8AFB-5FE0-1580-97A1-08FB9C726DCF}" dt="2024-04-11T02:45:33.169" v="200" actId="20577"/>
          <ac:spMkLst>
            <pc:docMk/>
            <pc:sldMk cId="2485200719" sldId="284"/>
            <ac:spMk id="2" creationId="{CB3E2347-E9F1-03F8-7A06-ACD415B16807}"/>
          </ac:spMkLst>
        </pc:spChg>
        <pc:spChg chg="add mod">
          <ac:chgData name="Devanshu Subhashbhai Gohil" userId="S::gohil.de@northeastern.edu::056c7e09-33c6-4803-baff-85426b582ef5" providerId="AD" clId="Web-{7FBA8AFB-5FE0-1580-97A1-08FB9C726DCF}" dt="2024-04-11T02:44:42.853" v="197" actId="1076"/>
          <ac:spMkLst>
            <pc:docMk/>
            <pc:sldMk cId="2485200719" sldId="284"/>
            <ac:spMk id="3" creationId="{6AA659B9-C07D-F3E9-6FCC-7A6597CEC378}"/>
          </ac:spMkLst>
        </pc:spChg>
      </pc:sldChg>
    </pc:docChg>
  </pc:docChgLst>
  <pc:docChgLst>
    <pc:chgData name="Devanshu Subhashbhai Gohil" userId="S::gohil.de@northeastern.edu::056c7e09-33c6-4803-baff-85426b582ef5" providerId="AD" clId="Web-{BE978EE8-A7D4-E9B6-FF30-92869A8B44B6}"/>
    <pc:docChg chg="modSld">
      <pc:chgData name="Devanshu Subhashbhai Gohil" userId="S::gohil.de@northeastern.edu::056c7e09-33c6-4803-baff-85426b582ef5" providerId="AD" clId="Web-{BE978EE8-A7D4-E9B6-FF30-92869A8B44B6}" dt="2024-04-11T22:42:24.417" v="49"/>
      <pc:docMkLst>
        <pc:docMk/>
      </pc:docMkLst>
      <pc:sldChg chg="modSp">
        <pc:chgData name="Devanshu Subhashbhai Gohil" userId="S::gohil.de@northeastern.edu::056c7e09-33c6-4803-baff-85426b582ef5" providerId="AD" clId="Web-{BE978EE8-A7D4-E9B6-FF30-92869A8B44B6}" dt="2024-04-11T17:02:08.351" v="3" actId="14100"/>
        <pc:sldMkLst>
          <pc:docMk/>
          <pc:sldMk cId="1233287847" sldId="259"/>
        </pc:sldMkLst>
        <pc:spChg chg="mod">
          <ac:chgData name="Devanshu Subhashbhai Gohil" userId="S::gohil.de@northeastern.edu::056c7e09-33c6-4803-baff-85426b582ef5" providerId="AD" clId="Web-{BE978EE8-A7D4-E9B6-FF30-92869A8B44B6}" dt="2024-04-11T17:02:08.351" v="3" actId="14100"/>
          <ac:spMkLst>
            <pc:docMk/>
            <pc:sldMk cId="1233287847" sldId="259"/>
            <ac:spMk id="3" creationId="{07E383F7-38B0-DCC1-E32B-10A2AA867D0D}"/>
          </ac:spMkLst>
        </pc:spChg>
      </pc:sldChg>
      <pc:sldChg chg="modSp">
        <pc:chgData name="Devanshu Subhashbhai Gohil" userId="S::gohil.de@northeastern.edu::056c7e09-33c6-4803-baff-85426b582ef5" providerId="AD" clId="Web-{BE978EE8-A7D4-E9B6-FF30-92869A8B44B6}" dt="2024-04-11T17:53:30.310" v="10" actId="20577"/>
        <pc:sldMkLst>
          <pc:docMk/>
          <pc:sldMk cId="1118965379" sldId="260"/>
        </pc:sldMkLst>
        <pc:spChg chg="mod">
          <ac:chgData name="Devanshu Subhashbhai Gohil" userId="S::gohil.de@northeastern.edu::056c7e09-33c6-4803-baff-85426b582ef5" providerId="AD" clId="Web-{BE978EE8-A7D4-E9B6-FF30-92869A8B44B6}" dt="2024-04-11T17:53:30.310" v="10" actId="20577"/>
          <ac:spMkLst>
            <pc:docMk/>
            <pc:sldMk cId="1118965379" sldId="260"/>
            <ac:spMk id="5" creationId="{B345810C-1227-54B1-539A-9642F56F763C}"/>
          </ac:spMkLst>
        </pc:spChg>
      </pc:sldChg>
      <pc:sldChg chg="modSp">
        <pc:chgData name="Devanshu Subhashbhai Gohil" userId="S::gohil.de@northeastern.edu::056c7e09-33c6-4803-baff-85426b582ef5" providerId="AD" clId="Web-{BE978EE8-A7D4-E9B6-FF30-92869A8B44B6}" dt="2024-04-11T22:00:05.465" v="13" actId="1076"/>
        <pc:sldMkLst>
          <pc:docMk/>
          <pc:sldMk cId="2228117646" sldId="261"/>
        </pc:sldMkLst>
        <pc:picChg chg="mod">
          <ac:chgData name="Devanshu Subhashbhai Gohil" userId="S::gohil.de@northeastern.edu::056c7e09-33c6-4803-baff-85426b582ef5" providerId="AD" clId="Web-{BE978EE8-A7D4-E9B6-FF30-92869A8B44B6}" dt="2024-04-11T22:00:05.465" v="13" actId="1076"/>
          <ac:picMkLst>
            <pc:docMk/>
            <pc:sldMk cId="2228117646" sldId="261"/>
            <ac:picMk id="3" creationId="{FCA7858A-89C1-C07E-6B53-3B9328382132}"/>
          </ac:picMkLst>
        </pc:picChg>
      </pc:sldChg>
      <pc:sldChg chg="addSp delSp modSp">
        <pc:chgData name="Devanshu Subhashbhai Gohil" userId="S::gohil.de@northeastern.edu::056c7e09-33c6-4803-baff-85426b582ef5" providerId="AD" clId="Web-{BE978EE8-A7D4-E9B6-FF30-92869A8B44B6}" dt="2024-04-11T22:42:24.417" v="49"/>
        <pc:sldMkLst>
          <pc:docMk/>
          <pc:sldMk cId="220959353" sldId="273"/>
        </pc:sldMkLst>
        <pc:spChg chg="add del mod">
          <ac:chgData name="Devanshu Subhashbhai Gohil" userId="S::gohil.de@northeastern.edu::056c7e09-33c6-4803-baff-85426b582ef5" providerId="AD" clId="Web-{BE978EE8-A7D4-E9B6-FF30-92869A8B44B6}" dt="2024-04-11T22:38:03.548" v="18"/>
          <ac:spMkLst>
            <pc:docMk/>
            <pc:sldMk cId="220959353" sldId="273"/>
            <ac:spMk id="5" creationId="{CE47445F-5CBD-8D54-F6A4-528F44E4ABC5}"/>
          </ac:spMkLst>
        </pc:spChg>
        <pc:spChg chg="add del mod">
          <ac:chgData name="Devanshu Subhashbhai Gohil" userId="S::gohil.de@northeastern.edu::056c7e09-33c6-4803-baff-85426b582ef5" providerId="AD" clId="Web-{BE978EE8-A7D4-E9B6-FF30-92869A8B44B6}" dt="2024-04-11T22:39:27.098" v="25"/>
          <ac:spMkLst>
            <pc:docMk/>
            <pc:sldMk cId="220959353" sldId="273"/>
            <ac:spMk id="7" creationId="{861C99F9-00AC-F86A-833C-4365EDEE1A18}"/>
          </ac:spMkLst>
        </pc:spChg>
        <pc:spChg chg="add del mod">
          <ac:chgData name="Devanshu Subhashbhai Gohil" userId="S::gohil.de@northeastern.edu::056c7e09-33c6-4803-baff-85426b582ef5" providerId="AD" clId="Web-{BE978EE8-A7D4-E9B6-FF30-92869A8B44B6}" dt="2024-04-11T22:40:16.506" v="28"/>
          <ac:spMkLst>
            <pc:docMk/>
            <pc:sldMk cId="220959353" sldId="273"/>
            <ac:spMk id="9" creationId="{0175AB09-F0EC-E794-CB9E-C5DFAE7CA0AE}"/>
          </ac:spMkLst>
        </pc:spChg>
        <pc:cxnChg chg="add del mod">
          <ac:chgData name="Devanshu Subhashbhai Gohil" userId="S::gohil.de@northeastern.edu::056c7e09-33c6-4803-baff-85426b582ef5" providerId="AD" clId="Web-{BE978EE8-A7D4-E9B6-FF30-92869A8B44B6}" dt="2024-04-11T22:42:22.823" v="48"/>
          <ac:cxnSpMkLst>
            <pc:docMk/>
            <pc:sldMk cId="220959353" sldId="273"/>
            <ac:cxnSpMk id="10" creationId="{3FE809A8-87D1-71FF-0F9F-478009E2EB3F}"/>
          </ac:cxnSpMkLst>
        </pc:cxnChg>
        <pc:cxnChg chg="add del mod">
          <ac:chgData name="Devanshu Subhashbhai Gohil" userId="S::gohil.de@northeastern.edu::056c7e09-33c6-4803-baff-85426b582ef5" providerId="AD" clId="Web-{BE978EE8-A7D4-E9B6-FF30-92869A8B44B6}" dt="2024-04-11T22:42:24.417" v="49"/>
          <ac:cxnSpMkLst>
            <pc:docMk/>
            <pc:sldMk cId="220959353" sldId="273"/>
            <ac:cxnSpMk id="11" creationId="{426C1D04-A322-6D38-A0BF-303C45F367BE}"/>
          </ac:cxnSpMkLst>
        </pc:cxnChg>
        <pc:cxnChg chg="add del mod">
          <ac:chgData name="Devanshu Subhashbhai Gohil" userId="S::gohil.de@northeastern.edu::056c7e09-33c6-4803-baff-85426b582ef5" providerId="AD" clId="Web-{BE978EE8-A7D4-E9B6-FF30-92869A8B44B6}" dt="2024-04-11T22:42:22.823" v="47"/>
          <ac:cxnSpMkLst>
            <pc:docMk/>
            <pc:sldMk cId="220959353" sldId="273"/>
            <ac:cxnSpMk id="12" creationId="{3AD5B48F-7A45-8143-39A7-BB8FD15E96C8}"/>
          </ac:cxnSpMkLst>
        </pc:cxnChg>
      </pc:sldChg>
    </pc:docChg>
  </pc:docChgLst>
  <pc:docChgLst>
    <pc:chgData name="Devanshu Subhashbhai Gohil" userId="S::gohil.de@northeastern.edu::056c7e09-33c6-4803-baff-85426b582ef5" providerId="AD" clId="Web-{08CEC2A0-86C3-0FB0-A7E5-60F435C0CD22}"/>
    <pc:docChg chg="modSld">
      <pc:chgData name="Devanshu Subhashbhai Gohil" userId="S::gohil.de@northeastern.edu::056c7e09-33c6-4803-baff-85426b582ef5" providerId="AD" clId="Web-{08CEC2A0-86C3-0FB0-A7E5-60F435C0CD22}" dt="2024-04-12T16:15:29.822" v="33" actId="1076"/>
      <pc:docMkLst>
        <pc:docMk/>
      </pc:docMkLst>
      <pc:sldChg chg="addSp modSp">
        <pc:chgData name="Devanshu Subhashbhai Gohil" userId="S::gohil.de@northeastern.edu::056c7e09-33c6-4803-baff-85426b582ef5" providerId="AD" clId="Web-{08CEC2A0-86C3-0FB0-A7E5-60F435C0CD22}" dt="2024-04-12T14:43:48.668" v="17" actId="14100"/>
        <pc:sldMkLst>
          <pc:docMk/>
          <pc:sldMk cId="4171316335" sldId="258"/>
        </pc:sldMkLst>
        <pc:picChg chg="add mod">
          <ac:chgData name="Devanshu Subhashbhai Gohil" userId="S::gohil.de@northeastern.edu::056c7e09-33c6-4803-baff-85426b582ef5" providerId="AD" clId="Web-{08CEC2A0-86C3-0FB0-A7E5-60F435C0CD22}" dt="2024-04-12T14:43:48.668" v="17" actId="14100"/>
          <ac:picMkLst>
            <pc:docMk/>
            <pc:sldMk cId="4171316335" sldId="258"/>
            <ac:picMk id="4" creationId="{7AF0072D-4851-7613-9D7D-D6134559CFC7}"/>
          </ac:picMkLst>
        </pc:picChg>
      </pc:sldChg>
      <pc:sldChg chg="addSp delSp modSp mod modClrScheme chgLayout">
        <pc:chgData name="Devanshu Subhashbhai Gohil" userId="S::gohil.de@northeastern.edu::056c7e09-33c6-4803-baff-85426b582ef5" providerId="AD" clId="Web-{08CEC2A0-86C3-0FB0-A7E5-60F435C0CD22}" dt="2024-04-12T14:00:14.967" v="14" actId="1076"/>
        <pc:sldMkLst>
          <pc:docMk/>
          <pc:sldMk cId="9815515" sldId="262"/>
        </pc:sldMkLst>
        <pc:spChg chg="del mod ord">
          <ac:chgData name="Devanshu Subhashbhai Gohil" userId="S::gohil.de@northeastern.edu::056c7e09-33c6-4803-baff-85426b582ef5" providerId="AD" clId="Web-{08CEC2A0-86C3-0FB0-A7E5-60F435C0CD22}" dt="2024-04-12T13:59:07.574" v="2"/>
          <ac:spMkLst>
            <pc:docMk/>
            <pc:sldMk cId="9815515" sldId="262"/>
            <ac:spMk id="2" creationId="{6954C024-43F4-54FE-8B33-8DE103EC5E08}"/>
          </ac:spMkLst>
        </pc:spChg>
        <pc:spChg chg="add del mod ord">
          <ac:chgData name="Devanshu Subhashbhai Gohil" userId="S::gohil.de@northeastern.edu::056c7e09-33c6-4803-baff-85426b582ef5" providerId="AD" clId="Web-{08CEC2A0-86C3-0FB0-A7E5-60F435C0CD22}" dt="2024-04-12T13:59:12.965" v="4"/>
          <ac:spMkLst>
            <pc:docMk/>
            <pc:sldMk cId="9815515" sldId="262"/>
            <ac:spMk id="3" creationId="{76BAE77E-82C4-3345-8B9C-17080DB13941}"/>
          </ac:spMkLst>
        </pc:spChg>
        <pc:spChg chg="add del mod">
          <ac:chgData name="Devanshu Subhashbhai Gohil" userId="S::gohil.de@northeastern.edu::056c7e09-33c6-4803-baff-85426b582ef5" providerId="AD" clId="Web-{08CEC2A0-86C3-0FB0-A7E5-60F435C0CD22}" dt="2024-04-12T13:59:09.199" v="3"/>
          <ac:spMkLst>
            <pc:docMk/>
            <pc:sldMk cId="9815515" sldId="262"/>
            <ac:spMk id="7" creationId="{1EFC95E6-E6CE-BA5B-BFBF-A06FEC5FC462}"/>
          </ac:spMkLst>
        </pc:spChg>
        <pc:spChg chg="add mod">
          <ac:chgData name="Devanshu Subhashbhai Gohil" userId="S::gohil.de@northeastern.edu::056c7e09-33c6-4803-baff-85426b582ef5" providerId="AD" clId="Web-{08CEC2A0-86C3-0FB0-A7E5-60F435C0CD22}" dt="2024-04-12T14:00:11.998" v="13" actId="1076"/>
          <ac:spMkLst>
            <pc:docMk/>
            <pc:sldMk cId="9815515" sldId="262"/>
            <ac:spMk id="8" creationId="{FEB8ED33-7FCC-DB25-68A2-94A735F8DFBB}"/>
          </ac:spMkLst>
        </pc:spChg>
        <pc:picChg chg="mod">
          <ac:chgData name="Devanshu Subhashbhai Gohil" userId="S::gohil.de@northeastern.edu::056c7e09-33c6-4803-baff-85426b582ef5" providerId="AD" clId="Web-{08CEC2A0-86C3-0FB0-A7E5-60F435C0CD22}" dt="2024-04-12T14:00:14.967" v="14" actId="1076"/>
          <ac:picMkLst>
            <pc:docMk/>
            <pc:sldMk cId="9815515" sldId="262"/>
            <ac:picMk id="4" creationId="{721E9495-B551-CBFF-303D-1039271F33E4}"/>
          </ac:picMkLst>
        </pc:picChg>
        <pc:picChg chg="mod">
          <ac:chgData name="Devanshu Subhashbhai Gohil" userId="S::gohil.de@northeastern.edu::056c7e09-33c6-4803-baff-85426b582ef5" providerId="AD" clId="Web-{08CEC2A0-86C3-0FB0-A7E5-60F435C0CD22}" dt="2024-04-12T14:00:06.561" v="12" actId="1076"/>
          <ac:picMkLst>
            <pc:docMk/>
            <pc:sldMk cId="9815515" sldId="262"/>
            <ac:picMk id="5" creationId="{E46D0FAC-AB94-1986-4C45-D0E891F1D5C0}"/>
          </ac:picMkLst>
        </pc:picChg>
        <pc:picChg chg="mod">
          <ac:chgData name="Devanshu Subhashbhai Gohil" userId="S::gohil.de@northeastern.edu::056c7e09-33c6-4803-baff-85426b582ef5" providerId="AD" clId="Web-{08CEC2A0-86C3-0FB0-A7E5-60F435C0CD22}" dt="2024-04-12T13:59:22.059" v="6" actId="1076"/>
          <ac:picMkLst>
            <pc:docMk/>
            <pc:sldMk cId="9815515" sldId="262"/>
            <ac:picMk id="12" creationId="{8885F914-4E4B-9BBF-3093-B449DC41003B}"/>
          </ac:picMkLst>
        </pc:picChg>
      </pc:sldChg>
      <pc:sldChg chg="addSp delSp modSp">
        <pc:chgData name="Devanshu Subhashbhai Gohil" userId="S::gohil.de@northeastern.edu::056c7e09-33c6-4803-baff-85426b582ef5" providerId="AD" clId="Web-{08CEC2A0-86C3-0FB0-A7E5-60F435C0CD22}" dt="2024-04-12T16:15:29.822" v="33" actId="1076"/>
        <pc:sldMkLst>
          <pc:docMk/>
          <pc:sldMk cId="3942006926" sldId="270"/>
        </pc:sldMkLst>
        <pc:picChg chg="add mod">
          <ac:chgData name="Devanshu Subhashbhai Gohil" userId="S::gohil.de@northeastern.edu::056c7e09-33c6-4803-baff-85426b582ef5" providerId="AD" clId="Web-{08CEC2A0-86C3-0FB0-A7E5-60F435C0CD22}" dt="2024-04-12T16:15:29.822" v="33" actId="1076"/>
          <ac:picMkLst>
            <pc:docMk/>
            <pc:sldMk cId="3942006926" sldId="270"/>
            <ac:picMk id="3" creationId="{4420BF74-3CB3-4914-501E-040953218771}"/>
          </ac:picMkLst>
        </pc:picChg>
        <pc:picChg chg="del">
          <ac:chgData name="Devanshu Subhashbhai Gohil" userId="S::gohil.de@northeastern.edu::056c7e09-33c6-4803-baff-85426b582ef5" providerId="AD" clId="Web-{08CEC2A0-86C3-0FB0-A7E5-60F435C0CD22}" dt="2024-04-12T16:14:19.646" v="29"/>
          <ac:picMkLst>
            <pc:docMk/>
            <pc:sldMk cId="3942006926" sldId="270"/>
            <ac:picMk id="7" creationId="{200E597D-FA75-CB58-0A88-1FD71E971929}"/>
          </ac:picMkLst>
        </pc:picChg>
      </pc:sldChg>
      <pc:sldChg chg="addSp modSp">
        <pc:chgData name="Devanshu Subhashbhai Gohil" userId="S::gohil.de@northeastern.edu::056c7e09-33c6-4803-baff-85426b582ef5" providerId="AD" clId="Web-{08CEC2A0-86C3-0FB0-A7E5-60F435C0CD22}" dt="2024-04-12T15:58:44.489" v="28"/>
        <pc:sldMkLst>
          <pc:docMk/>
          <pc:sldMk cId="2216394942" sldId="283"/>
        </pc:sldMkLst>
        <pc:picChg chg="add mod modCrop">
          <ac:chgData name="Devanshu Subhashbhai Gohil" userId="S::gohil.de@northeastern.edu::056c7e09-33c6-4803-baff-85426b582ef5" providerId="AD" clId="Web-{08CEC2A0-86C3-0FB0-A7E5-60F435C0CD22}" dt="2024-04-12T15:58:44.489" v="28"/>
          <ac:picMkLst>
            <pc:docMk/>
            <pc:sldMk cId="2216394942" sldId="283"/>
            <ac:picMk id="3" creationId="{99BA58E1-B06B-CEB9-A160-CF00FB53CB2C}"/>
          </ac:picMkLst>
        </pc:picChg>
        <pc:picChg chg="mod modCrop">
          <ac:chgData name="Devanshu Subhashbhai Gohil" userId="S::gohil.de@northeastern.edu::056c7e09-33c6-4803-baff-85426b582ef5" providerId="AD" clId="Web-{08CEC2A0-86C3-0FB0-A7E5-60F435C0CD22}" dt="2024-04-12T15:57:59.189" v="21"/>
          <ac:picMkLst>
            <pc:docMk/>
            <pc:sldMk cId="2216394942" sldId="283"/>
            <ac:picMk id="6" creationId="{E0AE42EF-BC26-8B70-75AA-CC2679FC47AD}"/>
          </ac:picMkLst>
        </pc:picChg>
      </pc:sldChg>
    </pc:docChg>
  </pc:docChgLst>
  <pc:docChgLst>
    <pc:chgData name="Devanshu Subhashbhai Gohil" userId="S::gohil.de@northeastern.edu::056c7e09-33c6-4803-baff-85426b582ef5" providerId="AD" clId="Web-{DE185E85-AFCD-3AB3-7F8A-C5C2AAF86BDB}"/>
    <pc:docChg chg="modSld">
      <pc:chgData name="Devanshu Subhashbhai Gohil" userId="S::gohil.de@northeastern.edu::056c7e09-33c6-4803-baff-85426b582ef5" providerId="AD" clId="Web-{DE185E85-AFCD-3AB3-7F8A-C5C2AAF86BDB}" dt="2024-04-12T02:31:53.349" v="28" actId="1076"/>
      <pc:docMkLst>
        <pc:docMk/>
      </pc:docMkLst>
      <pc:sldChg chg="modSp">
        <pc:chgData name="Devanshu Subhashbhai Gohil" userId="S::gohil.de@northeastern.edu::056c7e09-33c6-4803-baff-85426b582ef5" providerId="AD" clId="Web-{DE185E85-AFCD-3AB3-7F8A-C5C2AAF86BDB}" dt="2024-04-12T02:30:16.342" v="3" actId="1076"/>
        <pc:sldMkLst>
          <pc:docMk/>
          <pc:sldMk cId="9815515" sldId="262"/>
        </pc:sldMkLst>
        <pc:picChg chg="mod">
          <ac:chgData name="Devanshu Subhashbhai Gohil" userId="S::gohil.de@northeastern.edu::056c7e09-33c6-4803-baff-85426b582ef5" providerId="AD" clId="Web-{DE185E85-AFCD-3AB3-7F8A-C5C2AAF86BDB}" dt="2024-04-12T02:30:11.576" v="2" actId="1076"/>
          <ac:picMkLst>
            <pc:docMk/>
            <pc:sldMk cId="9815515" sldId="262"/>
            <ac:picMk id="4" creationId="{721E9495-B551-CBFF-303D-1039271F33E4}"/>
          </ac:picMkLst>
        </pc:picChg>
        <pc:picChg chg="mod">
          <ac:chgData name="Devanshu Subhashbhai Gohil" userId="S::gohil.de@northeastern.edu::056c7e09-33c6-4803-baff-85426b582ef5" providerId="AD" clId="Web-{DE185E85-AFCD-3AB3-7F8A-C5C2AAF86BDB}" dt="2024-04-12T02:30:16.342" v="3" actId="1076"/>
          <ac:picMkLst>
            <pc:docMk/>
            <pc:sldMk cId="9815515" sldId="262"/>
            <ac:picMk id="12" creationId="{8885F914-4E4B-9BBF-3093-B449DC41003B}"/>
          </ac:picMkLst>
        </pc:picChg>
      </pc:sldChg>
      <pc:sldChg chg="modSp">
        <pc:chgData name="Devanshu Subhashbhai Gohil" userId="S::gohil.de@northeastern.edu::056c7e09-33c6-4803-baff-85426b582ef5" providerId="AD" clId="Web-{DE185E85-AFCD-3AB3-7F8A-C5C2AAF86BDB}" dt="2024-04-12T02:30:47.548" v="9" actId="20577"/>
        <pc:sldMkLst>
          <pc:docMk/>
          <pc:sldMk cId="1872424006" sldId="268"/>
        </pc:sldMkLst>
        <pc:spChg chg="mod">
          <ac:chgData name="Devanshu Subhashbhai Gohil" userId="S::gohil.de@northeastern.edu::056c7e09-33c6-4803-baff-85426b582ef5" providerId="AD" clId="Web-{DE185E85-AFCD-3AB3-7F8A-C5C2AAF86BDB}" dt="2024-04-12T02:30:47.548" v="9" actId="20577"/>
          <ac:spMkLst>
            <pc:docMk/>
            <pc:sldMk cId="1872424006" sldId="268"/>
            <ac:spMk id="5" creationId="{E3652BA0-C6FE-39C8-7AB1-1C9732346FF3}"/>
          </ac:spMkLst>
        </pc:spChg>
      </pc:sldChg>
      <pc:sldChg chg="modSp">
        <pc:chgData name="Devanshu Subhashbhai Gohil" userId="S::gohil.de@northeastern.edu::056c7e09-33c6-4803-baff-85426b582ef5" providerId="AD" clId="Web-{DE185E85-AFCD-3AB3-7F8A-C5C2AAF86BDB}" dt="2024-04-12T02:31:53.349" v="28" actId="1076"/>
        <pc:sldMkLst>
          <pc:docMk/>
          <pc:sldMk cId="1572369663" sldId="269"/>
        </pc:sldMkLst>
        <pc:spChg chg="mod">
          <ac:chgData name="Devanshu Subhashbhai Gohil" userId="S::gohil.de@northeastern.edu::056c7e09-33c6-4803-baff-85426b582ef5" providerId="AD" clId="Web-{DE185E85-AFCD-3AB3-7F8A-C5C2AAF86BDB}" dt="2024-04-12T02:31:53.349" v="28" actId="1076"/>
          <ac:spMkLst>
            <pc:docMk/>
            <pc:sldMk cId="1572369663" sldId="269"/>
            <ac:spMk id="3" creationId="{54E9022A-037F-9D47-0DF7-576F7796CE5A}"/>
          </ac:spMkLst>
        </pc:spChg>
      </pc:sldChg>
    </pc:docChg>
  </pc:docChgLst>
  <pc:docChgLst>
    <pc:chgData name="Tanmay Gurudutt Joshi" userId="4455f4e5-97e0-43ae-844f-14f8efaec3ad" providerId="ADAL" clId="{9056C9C9-3874-484D-A6CC-9E67EA0D87CF}"/>
    <pc:docChg chg="undo custSel addSld delSld modSld">
      <pc:chgData name="Tanmay Gurudutt Joshi" userId="4455f4e5-97e0-43ae-844f-14f8efaec3ad" providerId="ADAL" clId="{9056C9C9-3874-484D-A6CC-9E67EA0D87CF}" dt="2024-04-12T16:44:49.028" v="2512"/>
      <pc:docMkLst>
        <pc:docMk/>
      </pc:docMkLst>
      <pc:sldChg chg="delSp modSp mod">
        <pc:chgData name="Tanmay Gurudutt Joshi" userId="4455f4e5-97e0-43ae-844f-14f8efaec3ad" providerId="ADAL" clId="{9056C9C9-3874-484D-A6CC-9E67EA0D87CF}" dt="2024-04-10T23:14:01.030" v="71" actId="255"/>
        <pc:sldMkLst>
          <pc:docMk/>
          <pc:sldMk cId="4171316335" sldId="258"/>
        </pc:sldMkLst>
        <pc:spChg chg="mod">
          <ac:chgData name="Tanmay Gurudutt Joshi" userId="4455f4e5-97e0-43ae-844f-14f8efaec3ad" providerId="ADAL" clId="{9056C9C9-3874-484D-A6CC-9E67EA0D87CF}" dt="2024-04-10T23:14:01.030" v="71" actId="255"/>
          <ac:spMkLst>
            <pc:docMk/>
            <pc:sldMk cId="4171316335" sldId="258"/>
            <ac:spMk id="2" creationId="{4EF0C7AE-FB11-5BD7-A791-DE9C1D6F2C41}"/>
          </ac:spMkLst>
        </pc:spChg>
        <pc:picChg chg="del">
          <ac:chgData name="Tanmay Gurudutt Joshi" userId="4455f4e5-97e0-43ae-844f-14f8efaec3ad" providerId="ADAL" clId="{9056C9C9-3874-484D-A6CC-9E67EA0D87CF}" dt="2024-04-10T23:11:55.062" v="28" actId="21"/>
          <ac:picMkLst>
            <pc:docMk/>
            <pc:sldMk cId="4171316335" sldId="258"/>
            <ac:picMk id="7" creationId="{DFD453A8-89C8-E184-05AB-6EC637CB853A}"/>
          </ac:picMkLst>
        </pc:picChg>
        <pc:picChg chg="del mod">
          <ac:chgData name="Tanmay Gurudutt Joshi" userId="4455f4e5-97e0-43ae-844f-14f8efaec3ad" providerId="ADAL" clId="{9056C9C9-3874-484D-A6CC-9E67EA0D87CF}" dt="2024-04-10T23:11:56.132" v="29" actId="478"/>
          <ac:picMkLst>
            <pc:docMk/>
            <pc:sldMk cId="4171316335" sldId="258"/>
            <ac:picMk id="10" creationId="{9765E84D-C68A-DD99-43EF-804407B23E17}"/>
          </ac:picMkLst>
        </pc:picChg>
      </pc:sldChg>
      <pc:sldChg chg="modSp mod">
        <pc:chgData name="Tanmay Gurudutt Joshi" userId="4455f4e5-97e0-43ae-844f-14f8efaec3ad" providerId="ADAL" clId="{9056C9C9-3874-484D-A6CC-9E67EA0D87CF}" dt="2024-04-10T23:10:16.778" v="13" actId="1076"/>
        <pc:sldMkLst>
          <pc:docMk/>
          <pc:sldMk cId="1233287847" sldId="259"/>
        </pc:sldMkLst>
        <pc:spChg chg="mod">
          <ac:chgData name="Tanmay Gurudutt Joshi" userId="4455f4e5-97e0-43ae-844f-14f8efaec3ad" providerId="ADAL" clId="{9056C9C9-3874-484D-A6CC-9E67EA0D87CF}" dt="2024-04-10T23:10:16.778" v="13" actId="1076"/>
          <ac:spMkLst>
            <pc:docMk/>
            <pc:sldMk cId="1233287847" sldId="259"/>
            <ac:spMk id="3" creationId="{07E383F7-38B0-DCC1-E32B-10A2AA867D0D}"/>
          </ac:spMkLst>
        </pc:spChg>
      </pc:sldChg>
      <pc:sldChg chg="modNotesTx">
        <pc:chgData name="Tanmay Gurudutt Joshi" userId="4455f4e5-97e0-43ae-844f-14f8efaec3ad" providerId="ADAL" clId="{9056C9C9-3874-484D-A6CC-9E67EA0D87CF}" dt="2024-04-11T21:57:50.482" v="1992" actId="20577"/>
        <pc:sldMkLst>
          <pc:docMk/>
          <pc:sldMk cId="1118965379" sldId="260"/>
        </pc:sldMkLst>
      </pc:sldChg>
      <pc:sldChg chg="addSp modSp add mod">
        <pc:chgData name="Tanmay Gurudutt Joshi" userId="4455f4e5-97e0-43ae-844f-14f8efaec3ad" providerId="ADAL" clId="{9056C9C9-3874-484D-A6CC-9E67EA0D87CF}" dt="2024-04-10T23:13:27.384" v="37" actId="20577"/>
        <pc:sldMkLst>
          <pc:docMk/>
          <pc:sldMk cId="2228117646" sldId="261"/>
        </pc:sldMkLst>
        <pc:spChg chg="mod">
          <ac:chgData name="Tanmay Gurudutt Joshi" userId="4455f4e5-97e0-43ae-844f-14f8efaec3ad" providerId="ADAL" clId="{9056C9C9-3874-484D-A6CC-9E67EA0D87CF}" dt="2024-04-10T23:10:38.714" v="23" actId="20577"/>
          <ac:spMkLst>
            <pc:docMk/>
            <pc:sldMk cId="2228117646" sldId="261"/>
            <ac:spMk id="2" creationId="{01C6CA0B-3160-1909-F1E5-EDB648F4578E}"/>
          </ac:spMkLst>
        </pc:spChg>
        <pc:spChg chg="mod">
          <ac:chgData name="Tanmay Gurudutt Joshi" userId="4455f4e5-97e0-43ae-844f-14f8efaec3ad" providerId="ADAL" clId="{9056C9C9-3874-484D-A6CC-9E67EA0D87CF}" dt="2024-04-10T23:13:27.384" v="37" actId="20577"/>
          <ac:spMkLst>
            <pc:docMk/>
            <pc:sldMk cId="2228117646" sldId="261"/>
            <ac:spMk id="5" creationId="{BDD423AA-D044-6DB1-96FC-D7E0CE89CA37}"/>
          </ac:spMkLst>
        </pc:spChg>
        <pc:picChg chg="add mod">
          <ac:chgData name="Tanmay Gurudutt Joshi" userId="4455f4e5-97e0-43ae-844f-14f8efaec3ad" providerId="ADAL" clId="{9056C9C9-3874-484D-A6CC-9E67EA0D87CF}" dt="2024-04-10T23:12:03.761" v="31" actId="14100"/>
          <ac:picMkLst>
            <pc:docMk/>
            <pc:sldMk cId="2228117646" sldId="261"/>
            <ac:picMk id="3" creationId="{FCA7858A-89C1-C07E-6B53-3B9328382132}"/>
          </ac:picMkLst>
        </pc:picChg>
        <pc:picChg chg="add mod">
          <ac:chgData name="Tanmay Gurudutt Joshi" userId="4455f4e5-97e0-43ae-844f-14f8efaec3ad" providerId="ADAL" clId="{9056C9C9-3874-484D-A6CC-9E67EA0D87CF}" dt="2024-04-10T23:12:07.676" v="32" actId="14100"/>
          <ac:picMkLst>
            <pc:docMk/>
            <pc:sldMk cId="2228117646" sldId="261"/>
            <ac:picMk id="4" creationId="{1EEDE60A-8351-8F92-65A9-D85B532FB9AA}"/>
          </ac:picMkLst>
        </pc:picChg>
      </pc:sldChg>
      <pc:sldChg chg="addSp delSp modSp new mod">
        <pc:chgData name="Tanmay Gurudutt Joshi" userId="4455f4e5-97e0-43ae-844f-14f8efaec3ad" providerId="ADAL" clId="{9056C9C9-3874-484D-A6CC-9E67EA0D87CF}" dt="2024-04-10T23:19:15.899" v="116" actId="1076"/>
        <pc:sldMkLst>
          <pc:docMk/>
          <pc:sldMk cId="9815515" sldId="262"/>
        </pc:sldMkLst>
        <pc:spChg chg="mod">
          <ac:chgData name="Tanmay Gurudutt Joshi" userId="4455f4e5-97e0-43ae-844f-14f8efaec3ad" providerId="ADAL" clId="{9056C9C9-3874-484D-A6CC-9E67EA0D87CF}" dt="2024-04-10T23:18:57.208" v="112" actId="1076"/>
          <ac:spMkLst>
            <pc:docMk/>
            <pc:sldMk cId="9815515" sldId="262"/>
            <ac:spMk id="2" creationId="{6954C024-43F4-54FE-8B33-8DE103EC5E08}"/>
          </ac:spMkLst>
        </pc:spChg>
        <pc:spChg chg="del">
          <ac:chgData name="Tanmay Gurudutt Joshi" userId="4455f4e5-97e0-43ae-844f-14f8efaec3ad" providerId="ADAL" clId="{9056C9C9-3874-484D-A6CC-9E67EA0D87CF}" dt="2024-04-10T23:15:46.671" v="76" actId="478"/>
          <ac:spMkLst>
            <pc:docMk/>
            <pc:sldMk cId="9815515" sldId="262"/>
            <ac:spMk id="3" creationId="{BE7349E8-F135-6781-8923-152AC786C663}"/>
          </ac:spMkLst>
        </pc:spChg>
        <pc:spChg chg="add del mod">
          <ac:chgData name="Tanmay Gurudutt Joshi" userId="4455f4e5-97e0-43ae-844f-14f8efaec3ad" providerId="ADAL" clId="{9056C9C9-3874-484D-A6CC-9E67EA0D87CF}" dt="2024-04-10T23:16:52.497" v="88" actId="478"/>
          <ac:spMkLst>
            <pc:docMk/>
            <pc:sldMk cId="9815515" sldId="262"/>
            <ac:spMk id="6" creationId="{84472367-4267-03C0-C411-E1D5AC1BCEA7}"/>
          </ac:spMkLst>
        </pc:spChg>
        <pc:spChg chg="add del mod">
          <ac:chgData name="Tanmay Gurudutt Joshi" userId="4455f4e5-97e0-43ae-844f-14f8efaec3ad" providerId="ADAL" clId="{9056C9C9-3874-484D-A6CC-9E67EA0D87CF}" dt="2024-04-10T23:16:56.737" v="92"/>
          <ac:spMkLst>
            <pc:docMk/>
            <pc:sldMk cId="9815515" sldId="262"/>
            <ac:spMk id="7" creationId="{7AB248BA-5044-4B65-EE72-82654E4EC9B3}"/>
          </ac:spMkLst>
        </pc:spChg>
        <pc:spChg chg="add del mod">
          <ac:chgData name="Tanmay Gurudutt Joshi" userId="4455f4e5-97e0-43ae-844f-14f8efaec3ad" providerId="ADAL" clId="{9056C9C9-3874-484D-A6CC-9E67EA0D87CF}" dt="2024-04-10T23:16:59.059" v="95"/>
          <ac:spMkLst>
            <pc:docMk/>
            <pc:sldMk cId="9815515" sldId="262"/>
            <ac:spMk id="8" creationId="{807D8132-AFD3-278C-62D0-E2C09B16261B}"/>
          </ac:spMkLst>
        </pc:spChg>
        <pc:spChg chg="add del mod">
          <ac:chgData name="Tanmay Gurudutt Joshi" userId="4455f4e5-97e0-43ae-844f-14f8efaec3ad" providerId="ADAL" clId="{9056C9C9-3874-484D-A6CC-9E67EA0D87CF}" dt="2024-04-10T23:16:59.957" v="97"/>
          <ac:spMkLst>
            <pc:docMk/>
            <pc:sldMk cId="9815515" sldId="262"/>
            <ac:spMk id="9" creationId="{849A767D-49AE-0A24-DF64-685125E721DB}"/>
          </ac:spMkLst>
        </pc:spChg>
        <pc:spChg chg="add del mod">
          <ac:chgData name="Tanmay Gurudutt Joshi" userId="4455f4e5-97e0-43ae-844f-14f8efaec3ad" providerId="ADAL" clId="{9056C9C9-3874-484D-A6CC-9E67EA0D87CF}" dt="2024-04-10T23:17:15.460" v="101"/>
          <ac:spMkLst>
            <pc:docMk/>
            <pc:sldMk cId="9815515" sldId="262"/>
            <ac:spMk id="10" creationId="{64D2DBBB-1565-B527-BBD0-66517119B8C5}"/>
          </ac:spMkLst>
        </pc:spChg>
        <pc:picChg chg="add mod">
          <ac:chgData name="Tanmay Gurudutt Joshi" userId="4455f4e5-97e0-43ae-844f-14f8efaec3ad" providerId="ADAL" clId="{9056C9C9-3874-484D-A6CC-9E67EA0D87CF}" dt="2024-04-10T23:19:06.694" v="113" actId="1076"/>
          <ac:picMkLst>
            <pc:docMk/>
            <pc:sldMk cId="9815515" sldId="262"/>
            <ac:picMk id="4" creationId="{721E9495-B551-CBFF-303D-1039271F33E4}"/>
          </ac:picMkLst>
        </pc:picChg>
        <pc:picChg chg="add mod">
          <ac:chgData name="Tanmay Gurudutt Joshi" userId="4455f4e5-97e0-43ae-844f-14f8efaec3ad" providerId="ADAL" clId="{9056C9C9-3874-484D-A6CC-9E67EA0D87CF}" dt="2024-04-10T23:16:30.993" v="85" actId="14100"/>
          <ac:picMkLst>
            <pc:docMk/>
            <pc:sldMk cId="9815515" sldId="262"/>
            <ac:picMk id="5" creationId="{E46D0FAC-AB94-1986-4C45-D0E891F1D5C0}"/>
          </ac:picMkLst>
        </pc:picChg>
        <pc:picChg chg="add del">
          <ac:chgData name="Tanmay Gurudutt Joshi" userId="4455f4e5-97e0-43ae-844f-14f8efaec3ad" providerId="ADAL" clId="{9056C9C9-3874-484D-A6CC-9E67EA0D87CF}" dt="2024-04-10T23:18:14.774" v="103" actId="478"/>
          <ac:picMkLst>
            <pc:docMk/>
            <pc:sldMk cId="9815515" sldId="262"/>
            <ac:picMk id="11" creationId="{74A7320F-5E6D-3E3F-DA40-B547061F270F}"/>
          </ac:picMkLst>
        </pc:picChg>
        <pc:picChg chg="add mod">
          <ac:chgData name="Tanmay Gurudutt Joshi" userId="4455f4e5-97e0-43ae-844f-14f8efaec3ad" providerId="ADAL" clId="{9056C9C9-3874-484D-A6CC-9E67EA0D87CF}" dt="2024-04-10T23:19:15.899" v="116" actId="1076"/>
          <ac:picMkLst>
            <pc:docMk/>
            <pc:sldMk cId="9815515" sldId="262"/>
            <ac:picMk id="12" creationId="{8885F914-4E4B-9BBF-3093-B449DC41003B}"/>
          </ac:picMkLst>
        </pc:picChg>
      </pc:sldChg>
      <pc:sldChg chg="modSp new mod">
        <pc:chgData name="Tanmay Gurudutt Joshi" userId="4455f4e5-97e0-43ae-844f-14f8efaec3ad" providerId="ADAL" clId="{9056C9C9-3874-484D-A6CC-9E67EA0D87CF}" dt="2024-04-11T02:59:50.910" v="1840"/>
        <pc:sldMkLst>
          <pc:docMk/>
          <pc:sldMk cId="2411731710" sldId="263"/>
        </pc:sldMkLst>
        <pc:spChg chg="mod">
          <ac:chgData name="Tanmay Gurudutt Joshi" userId="4455f4e5-97e0-43ae-844f-14f8efaec3ad" providerId="ADAL" clId="{9056C9C9-3874-484D-A6CC-9E67EA0D87CF}" dt="2024-04-10T23:19:56.572" v="130" actId="20577"/>
          <ac:spMkLst>
            <pc:docMk/>
            <pc:sldMk cId="2411731710" sldId="263"/>
            <ac:spMk id="2" creationId="{CEB6E049-051C-7E23-14CE-F294D2E4518A}"/>
          </ac:spMkLst>
        </pc:spChg>
        <pc:spChg chg="mod">
          <ac:chgData name="Tanmay Gurudutt Joshi" userId="4455f4e5-97e0-43ae-844f-14f8efaec3ad" providerId="ADAL" clId="{9056C9C9-3874-484D-A6CC-9E67EA0D87CF}" dt="2024-04-11T02:59:50.910" v="1840"/>
          <ac:spMkLst>
            <pc:docMk/>
            <pc:sldMk cId="2411731710" sldId="263"/>
            <ac:spMk id="3" creationId="{4A35A29A-2569-B6D6-4514-B388A7235EFC}"/>
          </ac:spMkLst>
        </pc:spChg>
      </pc:sldChg>
      <pc:sldChg chg="modSp new mod">
        <pc:chgData name="Tanmay Gurudutt Joshi" userId="4455f4e5-97e0-43ae-844f-14f8efaec3ad" providerId="ADAL" clId="{9056C9C9-3874-484D-A6CC-9E67EA0D87CF}" dt="2024-04-10T23:38:27.329" v="345" actId="5793"/>
        <pc:sldMkLst>
          <pc:docMk/>
          <pc:sldMk cId="1507019169" sldId="264"/>
        </pc:sldMkLst>
        <pc:spChg chg="mod">
          <ac:chgData name="Tanmay Gurudutt Joshi" userId="4455f4e5-97e0-43ae-844f-14f8efaec3ad" providerId="ADAL" clId="{9056C9C9-3874-484D-A6CC-9E67EA0D87CF}" dt="2024-04-10T23:38:11.567" v="338" actId="1076"/>
          <ac:spMkLst>
            <pc:docMk/>
            <pc:sldMk cId="1507019169" sldId="264"/>
            <ac:spMk id="2" creationId="{2A913DA9-193F-A793-4A1C-A9565B0A35E9}"/>
          </ac:spMkLst>
        </pc:spChg>
        <pc:spChg chg="mod">
          <ac:chgData name="Tanmay Gurudutt Joshi" userId="4455f4e5-97e0-43ae-844f-14f8efaec3ad" providerId="ADAL" clId="{9056C9C9-3874-484D-A6CC-9E67EA0D87CF}" dt="2024-04-10T23:38:27.329" v="345" actId="5793"/>
          <ac:spMkLst>
            <pc:docMk/>
            <pc:sldMk cId="1507019169" sldId="264"/>
            <ac:spMk id="3" creationId="{E1375642-9BC2-5825-B477-B85620313263}"/>
          </ac:spMkLst>
        </pc:spChg>
      </pc:sldChg>
      <pc:sldChg chg="addSp modSp new mod">
        <pc:chgData name="Tanmay Gurudutt Joshi" userId="4455f4e5-97e0-43ae-844f-14f8efaec3ad" providerId="ADAL" clId="{9056C9C9-3874-484D-A6CC-9E67EA0D87CF}" dt="2024-04-10T23:46:57.867" v="463" actId="1076"/>
        <pc:sldMkLst>
          <pc:docMk/>
          <pc:sldMk cId="854419248" sldId="265"/>
        </pc:sldMkLst>
        <pc:spChg chg="mod">
          <ac:chgData name="Tanmay Gurudutt Joshi" userId="4455f4e5-97e0-43ae-844f-14f8efaec3ad" providerId="ADAL" clId="{9056C9C9-3874-484D-A6CC-9E67EA0D87CF}" dt="2024-04-10T23:46:49.830" v="462" actId="1076"/>
          <ac:spMkLst>
            <pc:docMk/>
            <pc:sldMk cId="854419248" sldId="265"/>
            <ac:spMk id="2" creationId="{E15A7CD8-9132-3630-D11A-7DB256030B66}"/>
          </ac:spMkLst>
        </pc:spChg>
        <pc:spChg chg="mod">
          <ac:chgData name="Tanmay Gurudutt Joshi" userId="4455f4e5-97e0-43ae-844f-14f8efaec3ad" providerId="ADAL" clId="{9056C9C9-3874-484D-A6CC-9E67EA0D87CF}" dt="2024-04-10T23:46:44.542" v="461" actId="1076"/>
          <ac:spMkLst>
            <pc:docMk/>
            <pc:sldMk cId="854419248" sldId="265"/>
            <ac:spMk id="3" creationId="{82044147-0AF8-E699-BFE3-DE6FFFDF037B}"/>
          </ac:spMkLst>
        </pc:spChg>
        <pc:picChg chg="add mod modCrop">
          <ac:chgData name="Tanmay Gurudutt Joshi" userId="4455f4e5-97e0-43ae-844f-14f8efaec3ad" providerId="ADAL" clId="{9056C9C9-3874-484D-A6CC-9E67EA0D87CF}" dt="2024-04-10T23:46:57.867" v="463" actId="1076"/>
          <ac:picMkLst>
            <pc:docMk/>
            <pc:sldMk cId="854419248" sldId="265"/>
            <ac:picMk id="5" creationId="{5534492E-207E-8EE0-DF8F-AE119DD1F633}"/>
          </ac:picMkLst>
        </pc:picChg>
      </pc:sldChg>
      <pc:sldChg chg="addSp modSp new mod modNotesTx">
        <pc:chgData name="Tanmay Gurudutt Joshi" userId="4455f4e5-97e0-43ae-844f-14f8efaec3ad" providerId="ADAL" clId="{9056C9C9-3874-484D-A6CC-9E67EA0D87CF}" dt="2024-04-11T22:02:13.295" v="2163" actId="20577"/>
        <pc:sldMkLst>
          <pc:docMk/>
          <pc:sldMk cId="2771627261" sldId="266"/>
        </pc:sldMkLst>
        <pc:spChg chg="mod">
          <ac:chgData name="Tanmay Gurudutt Joshi" userId="4455f4e5-97e0-43ae-844f-14f8efaec3ad" providerId="ADAL" clId="{9056C9C9-3874-484D-A6CC-9E67EA0D87CF}" dt="2024-04-10T23:51:10" v="567" actId="1076"/>
          <ac:spMkLst>
            <pc:docMk/>
            <pc:sldMk cId="2771627261" sldId="266"/>
            <ac:spMk id="2" creationId="{14F96139-68DB-9E3F-EAAE-E6FB589C101B}"/>
          </ac:spMkLst>
        </pc:spChg>
        <pc:spChg chg="mod">
          <ac:chgData name="Tanmay Gurudutt Joshi" userId="4455f4e5-97e0-43ae-844f-14f8efaec3ad" providerId="ADAL" clId="{9056C9C9-3874-484D-A6CC-9E67EA0D87CF}" dt="2024-04-10T23:56:03.603" v="586" actId="1076"/>
          <ac:spMkLst>
            <pc:docMk/>
            <pc:sldMk cId="2771627261" sldId="266"/>
            <ac:spMk id="3" creationId="{9DEA72E0-C49E-033B-06FA-419C49507091}"/>
          </ac:spMkLst>
        </pc:spChg>
        <pc:spChg chg="add mod">
          <ac:chgData name="Tanmay Gurudutt Joshi" userId="4455f4e5-97e0-43ae-844f-14f8efaec3ad" providerId="ADAL" clId="{9056C9C9-3874-484D-A6CC-9E67EA0D87CF}" dt="2024-04-10T23:55:57.015" v="585" actId="1076"/>
          <ac:spMkLst>
            <pc:docMk/>
            <pc:sldMk cId="2771627261" sldId="266"/>
            <ac:spMk id="4" creationId="{8884EB37-899E-9287-00CF-407D10EC7814}"/>
          </ac:spMkLst>
        </pc:spChg>
        <pc:picChg chg="add mod">
          <ac:chgData name="Tanmay Gurudutt Joshi" userId="4455f4e5-97e0-43ae-844f-14f8efaec3ad" providerId="ADAL" clId="{9056C9C9-3874-484D-A6CC-9E67EA0D87CF}" dt="2024-04-10T23:56:10.030" v="587" actId="1076"/>
          <ac:picMkLst>
            <pc:docMk/>
            <pc:sldMk cId="2771627261" sldId="266"/>
            <ac:picMk id="1025" creationId="{4C03B083-03BD-8BCC-4B85-548067DF3B91}"/>
          </ac:picMkLst>
        </pc:picChg>
      </pc:sldChg>
      <pc:sldChg chg="addSp delSp modSp new mod modNotesTx">
        <pc:chgData name="Tanmay Gurudutt Joshi" userId="4455f4e5-97e0-43ae-844f-14f8efaec3ad" providerId="ADAL" clId="{9056C9C9-3874-484D-A6CC-9E67EA0D87CF}" dt="2024-04-11T22:20:36.982" v="2217" actId="20577"/>
        <pc:sldMkLst>
          <pc:docMk/>
          <pc:sldMk cId="2280053661" sldId="267"/>
        </pc:sldMkLst>
        <pc:spChg chg="mod">
          <ac:chgData name="Tanmay Gurudutt Joshi" userId="4455f4e5-97e0-43ae-844f-14f8efaec3ad" providerId="ADAL" clId="{9056C9C9-3874-484D-A6CC-9E67EA0D87CF}" dt="2024-04-10T23:57:15.996" v="641" actId="1076"/>
          <ac:spMkLst>
            <pc:docMk/>
            <pc:sldMk cId="2280053661" sldId="267"/>
            <ac:spMk id="2" creationId="{B6B6FC49-FF52-5523-AA5D-636CBB23C238}"/>
          </ac:spMkLst>
        </pc:spChg>
        <pc:spChg chg="mod">
          <ac:chgData name="Tanmay Gurudutt Joshi" userId="4455f4e5-97e0-43ae-844f-14f8efaec3ad" providerId="ADAL" clId="{9056C9C9-3874-484D-A6CC-9E67EA0D87CF}" dt="2024-04-11T01:13:43.812" v="682" actId="5793"/>
          <ac:spMkLst>
            <pc:docMk/>
            <pc:sldMk cId="2280053661" sldId="267"/>
            <ac:spMk id="3" creationId="{56C58B5C-B102-E17E-174E-1783B4D01ED9}"/>
          </ac:spMkLst>
        </pc:spChg>
        <pc:picChg chg="add del">
          <ac:chgData name="Tanmay Gurudutt Joshi" userId="4455f4e5-97e0-43ae-844f-14f8efaec3ad" providerId="ADAL" clId="{9056C9C9-3874-484D-A6CC-9E67EA0D87CF}" dt="2024-04-11T00:09:16.936" v="661" actId="478"/>
          <ac:picMkLst>
            <pc:docMk/>
            <pc:sldMk cId="2280053661" sldId="267"/>
            <ac:picMk id="4" creationId="{3ACFFA8F-DFC0-5AFB-3D2B-CC61DBD5FA94}"/>
          </ac:picMkLst>
        </pc:picChg>
        <pc:picChg chg="add mod">
          <ac:chgData name="Tanmay Gurudutt Joshi" userId="4455f4e5-97e0-43ae-844f-14f8efaec3ad" providerId="ADAL" clId="{9056C9C9-3874-484D-A6CC-9E67EA0D87CF}" dt="2024-04-11T00:09:35.790" v="675" actId="1076"/>
          <ac:picMkLst>
            <pc:docMk/>
            <pc:sldMk cId="2280053661" sldId="267"/>
            <ac:picMk id="5" creationId="{69791A08-6B10-B149-CD71-9DD47226D103}"/>
          </ac:picMkLst>
        </pc:picChg>
        <pc:picChg chg="add del mod">
          <ac:chgData name="Tanmay Gurudutt Joshi" userId="4455f4e5-97e0-43ae-844f-14f8efaec3ad" providerId="ADAL" clId="{9056C9C9-3874-484D-A6CC-9E67EA0D87CF}" dt="2024-04-11T01:15:50.745" v="686" actId="21"/>
          <ac:picMkLst>
            <pc:docMk/>
            <pc:sldMk cId="2280053661" sldId="267"/>
            <ac:picMk id="7" creationId="{8B03FCAC-7C94-DF77-7C69-BC1812BBFE1B}"/>
          </ac:picMkLst>
        </pc:picChg>
      </pc:sldChg>
      <pc:sldChg chg="addSp delSp modSp new mod chgLayout modNotesTx">
        <pc:chgData name="Tanmay Gurudutt Joshi" userId="4455f4e5-97e0-43ae-844f-14f8efaec3ad" providerId="ADAL" clId="{9056C9C9-3874-484D-A6CC-9E67EA0D87CF}" dt="2024-04-12T16:34:04.469" v="2509" actId="20577"/>
        <pc:sldMkLst>
          <pc:docMk/>
          <pc:sldMk cId="1872424006" sldId="268"/>
        </pc:sldMkLst>
        <pc:spChg chg="mod ord">
          <ac:chgData name="Tanmay Gurudutt Joshi" userId="4455f4e5-97e0-43ae-844f-14f8efaec3ad" providerId="ADAL" clId="{9056C9C9-3874-484D-A6CC-9E67EA0D87CF}" dt="2024-04-11T01:28:04.989" v="997" actId="700"/>
          <ac:spMkLst>
            <pc:docMk/>
            <pc:sldMk cId="1872424006" sldId="268"/>
            <ac:spMk id="2" creationId="{15260208-B9D5-0188-3618-E0B2669B5B60}"/>
          </ac:spMkLst>
        </pc:spChg>
        <pc:spChg chg="del">
          <ac:chgData name="Tanmay Gurudutt Joshi" userId="4455f4e5-97e0-43ae-844f-14f8efaec3ad" providerId="ADAL" clId="{9056C9C9-3874-484D-A6CC-9E67EA0D87CF}" dt="2024-04-11T01:16:40.763" v="699" actId="478"/>
          <ac:spMkLst>
            <pc:docMk/>
            <pc:sldMk cId="1872424006" sldId="268"/>
            <ac:spMk id="3" creationId="{8C7A115A-BAA0-085E-D5B9-3C74791B4196}"/>
          </ac:spMkLst>
        </pc:spChg>
        <pc:spChg chg="add mod">
          <ac:chgData name="Tanmay Gurudutt Joshi" userId="4455f4e5-97e0-43ae-844f-14f8efaec3ad" providerId="ADAL" clId="{9056C9C9-3874-484D-A6CC-9E67EA0D87CF}" dt="2024-04-11T01:19:51.553" v="994" actId="123"/>
          <ac:spMkLst>
            <pc:docMk/>
            <pc:sldMk cId="1872424006" sldId="268"/>
            <ac:spMk id="5" creationId="{E3652BA0-C6FE-39C8-7AB1-1C9732346FF3}"/>
          </ac:spMkLst>
        </pc:spChg>
        <pc:spChg chg="add del mod ord">
          <ac:chgData name="Tanmay Gurudutt Joshi" userId="4455f4e5-97e0-43ae-844f-14f8efaec3ad" providerId="ADAL" clId="{9056C9C9-3874-484D-A6CC-9E67EA0D87CF}" dt="2024-04-11T01:28:04.989" v="997" actId="700"/>
          <ac:spMkLst>
            <pc:docMk/>
            <pc:sldMk cId="1872424006" sldId="268"/>
            <ac:spMk id="6" creationId="{307C4747-BDB5-4134-AE40-FFE73CAF14E1}"/>
          </ac:spMkLst>
        </pc:spChg>
        <pc:picChg chg="add mod">
          <ac:chgData name="Tanmay Gurudutt Joshi" userId="4455f4e5-97e0-43ae-844f-14f8efaec3ad" providerId="ADAL" clId="{9056C9C9-3874-484D-A6CC-9E67EA0D87CF}" dt="2024-04-11T01:19:57.246" v="995" actId="1076"/>
          <ac:picMkLst>
            <pc:docMk/>
            <pc:sldMk cId="1872424006" sldId="268"/>
            <ac:picMk id="4" creationId="{EE624A82-0722-8C71-6571-DFDD239424FB}"/>
          </ac:picMkLst>
        </pc:picChg>
      </pc:sldChg>
      <pc:sldChg chg="addSp modSp new mod">
        <pc:chgData name="Tanmay Gurudutt Joshi" userId="4455f4e5-97e0-43ae-844f-14f8efaec3ad" providerId="ADAL" clId="{9056C9C9-3874-484D-A6CC-9E67EA0D87CF}" dt="2024-04-11T01:44:52.933" v="1230" actId="1076"/>
        <pc:sldMkLst>
          <pc:docMk/>
          <pc:sldMk cId="1572369663" sldId="269"/>
        </pc:sldMkLst>
        <pc:spChg chg="mod">
          <ac:chgData name="Tanmay Gurudutt Joshi" userId="4455f4e5-97e0-43ae-844f-14f8efaec3ad" providerId="ADAL" clId="{9056C9C9-3874-484D-A6CC-9E67EA0D87CF}" dt="2024-04-11T01:29:02.303" v="1007" actId="1076"/>
          <ac:spMkLst>
            <pc:docMk/>
            <pc:sldMk cId="1572369663" sldId="269"/>
            <ac:spMk id="2" creationId="{38BF89F8-684F-2D87-0E9E-52E925BA8FC9}"/>
          </ac:spMkLst>
        </pc:spChg>
        <pc:spChg chg="mod">
          <ac:chgData name="Tanmay Gurudutt Joshi" userId="4455f4e5-97e0-43ae-844f-14f8efaec3ad" providerId="ADAL" clId="{9056C9C9-3874-484D-A6CC-9E67EA0D87CF}" dt="2024-04-11T01:41:35.443" v="1222" actId="14100"/>
          <ac:spMkLst>
            <pc:docMk/>
            <pc:sldMk cId="1572369663" sldId="269"/>
            <ac:spMk id="3" creationId="{54E9022A-037F-9D47-0DF7-576F7796CE5A}"/>
          </ac:spMkLst>
        </pc:spChg>
        <pc:picChg chg="add mod">
          <ac:chgData name="Tanmay Gurudutt Joshi" userId="4455f4e5-97e0-43ae-844f-14f8efaec3ad" providerId="ADAL" clId="{9056C9C9-3874-484D-A6CC-9E67EA0D87CF}" dt="2024-04-11T01:44:52.933" v="1230" actId="1076"/>
          <ac:picMkLst>
            <pc:docMk/>
            <pc:sldMk cId="1572369663" sldId="269"/>
            <ac:picMk id="5" creationId="{0441D256-18B5-6AF9-4F67-273FD49B2D89}"/>
          </ac:picMkLst>
        </pc:picChg>
      </pc:sldChg>
      <pc:sldChg chg="addSp delSp modSp new mod">
        <pc:chgData name="Tanmay Gurudutt Joshi" userId="4455f4e5-97e0-43ae-844f-14f8efaec3ad" providerId="ADAL" clId="{9056C9C9-3874-484D-A6CC-9E67EA0D87CF}" dt="2024-04-11T01:49:12.558" v="1359" actId="1076"/>
        <pc:sldMkLst>
          <pc:docMk/>
          <pc:sldMk cId="3942006926" sldId="270"/>
        </pc:sldMkLst>
        <pc:spChg chg="mod">
          <ac:chgData name="Tanmay Gurudutt Joshi" userId="4455f4e5-97e0-43ae-844f-14f8efaec3ad" providerId="ADAL" clId="{9056C9C9-3874-484D-A6CC-9E67EA0D87CF}" dt="2024-04-11T01:48:40.655" v="1350" actId="1076"/>
          <ac:spMkLst>
            <pc:docMk/>
            <pc:sldMk cId="3942006926" sldId="270"/>
            <ac:spMk id="2" creationId="{F15E2CB6-C6E2-6806-42AB-32D93E71EAB6}"/>
          </ac:spMkLst>
        </pc:spChg>
        <pc:spChg chg="del">
          <ac:chgData name="Tanmay Gurudutt Joshi" userId="4455f4e5-97e0-43ae-844f-14f8efaec3ad" providerId="ADAL" clId="{9056C9C9-3874-484D-A6CC-9E67EA0D87CF}" dt="2024-04-11T01:48:17.655" v="1346" actId="478"/>
          <ac:spMkLst>
            <pc:docMk/>
            <pc:sldMk cId="3942006926" sldId="270"/>
            <ac:spMk id="3" creationId="{789DE5DD-82DB-DDD1-8794-52A5064C0E43}"/>
          </ac:spMkLst>
        </pc:spChg>
        <pc:picChg chg="add mod">
          <ac:chgData name="Tanmay Gurudutt Joshi" userId="4455f4e5-97e0-43ae-844f-14f8efaec3ad" providerId="ADAL" clId="{9056C9C9-3874-484D-A6CC-9E67EA0D87CF}" dt="2024-04-11T01:48:43.488" v="1352" actId="1076"/>
          <ac:picMkLst>
            <pc:docMk/>
            <pc:sldMk cId="3942006926" sldId="270"/>
            <ac:picMk id="4" creationId="{1C44B51B-5D85-18E5-2FC2-6D56CF14278B}"/>
          </ac:picMkLst>
        </pc:picChg>
        <pc:picChg chg="add mod">
          <ac:chgData name="Tanmay Gurudutt Joshi" userId="4455f4e5-97e0-43ae-844f-14f8efaec3ad" providerId="ADAL" clId="{9056C9C9-3874-484D-A6CC-9E67EA0D87CF}" dt="2024-04-11T01:48:45.418" v="1353" actId="1076"/>
          <ac:picMkLst>
            <pc:docMk/>
            <pc:sldMk cId="3942006926" sldId="270"/>
            <ac:picMk id="5" creationId="{AA31AA9B-61A6-8616-296B-27509EED34A4}"/>
          </ac:picMkLst>
        </pc:picChg>
        <pc:picChg chg="add mod">
          <ac:chgData name="Tanmay Gurudutt Joshi" userId="4455f4e5-97e0-43ae-844f-14f8efaec3ad" providerId="ADAL" clId="{9056C9C9-3874-484D-A6CC-9E67EA0D87CF}" dt="2024-04-11T01:49:12.558" v="1359" actId="1076"/>
          <ac:picMkLst>
            <pc:docMk/>
            <pc:sldMk cId="3942006926" sldId="270"/>
            <ac:picMk id="7" creationId="{200E597D-FA75-CB58-0A88-1FD71E971929}"/>
          </ac:picMkLst>
        </pc:picChg>
      </pc:sldChg>
      <pc:sldChg chg="addSp delSp modSp new mod modNotesTx">
        <pc:chgData name="Tanmay Gurudutt Joshi" userId="4455f4e5-97e0-43ae-844f-14f8efaec3ad" providerId="ADAL" clId="{9056C9C9-3874-484D-A6CC-9E67EA0D87CF}" dt="2024-04-12T13:46:44.650" v="2471"/>
        <pc:sldMkLst>
          <pc:docMk/>
          <pc:sldMk cId="3814211025" sldId="271"/>
        </pc:sldMkLst>
        <pc:spChg chg="mod">
          <ac:chgData name="Tanmay Gurudutt Joshi" userId="4455f4e5-97e0-43ae-844f-14f8efaec3ad" providerId="ADAL" clId="{9056C9C9-3874-484D-A6CC-9E67EA0D87CF}" dt="2024-04-11T01:58:20.840" v="1582" actId="20577"/>
          <ac:spMkLst>
            <pc:docMk/>
            <pc:sldMk cId="3814211025" sldId="271"/>
            <ac:spMk id="2" creationId="{E6E662D4-BAF3-9EFE-63E9-D92671D033F2}"/>
          </ac:spMkLst>
        </pc:spChg>
        <pc:spChg chg="del">
          <ac:chgData name="Tanmay Gurudutt Joshi" userId="4455f4e5-97e0-43ae-844f-14f8efaec3ad" providerId="ADAL" clId="{9056C9C9-3874-484D-A6CC-9E67EA0D87CF}" dt="2024-04-11T01:54:32.411" v="1430" actId="478"/>
          <ac:spMkLst>
            <pc:docMk/>
            <pc:sldMk cId="3814211025" sldId="271"/>
            <ac:spMk id="3" creationId="{E7FD7EDA-0205-1A00-4C6B-B58177DBA869}"/>
          </ac:spMkLst>
        </pc:spChg>
        <pc:spChg chg="add mod">
          <ac:chgData name="Tanmay Gurudutt Joshi" userId="4455f4e5-97e0-43ae-844f-14f8efaec3ad" providerId="ADAL" clId="{9056C9C9-3874-484D-A6CC-9E67EA0D87CF}" dt="2024-04-11T01:58:55.563" v="1594" actId="20577"/>
          <ac:spMkLst>
            <pc:docMk/>
            <pc:sldMk cId="3814211025" sldId="271"/>
            <ac:spMk id="10" creationId="{55EBDF0C-D1D1-B186-73DC-DB0BA638B931}"/>
          </ac:spMkLst>
        </pc:spChg>
        <pc:graphicFrameChg chg="add mod">
          <ac:chgData name="Tanmay Gurudutt Joshi" userId="4455f4e5-97e0-43ae-844f-14f8efaec3ad" providerId="ADAL" clId="{9056C9C9-3874-484D-A6CC-9E67EA0D87CF}" dt="2024-04-11T01:53:54.426" v="1424"/>
          <ac:graphicFrameMkLst>
            <pc:docMk/>
            <pc:sldMk cId="3814211025" sldId="271"/>
            <ac:graphicFrameMk id="7" creationId="{BAE8FD3A-D340-8B0B-80F3-73A94379BA17}"/>
          </ac:graphicFrameMkLst>
        </pc:graphicFrameChg>
        <pc:picChg chg="add mod">
          <ac:chgData name="Tanmay Gurudutt Joshi" userId="4455f4e5-97e0-43ae-844f-14f8efaec3ad" providerId="ADAL" clId="{9056C9C9-3874-484D-A6CC-9E67EA0D87CF}" dt="2024-04-11T01:52:38.837" v="1422" actId="1076"/>
          <ac:picMkLst>
            <pc:docMk/>
            <pc:sldMk cId="3814211025" sldId="271"/>
            <ac:picMk id="4" creationId="{88523731-7526-84A3-88FC-DE31B73BC731}"/>
          </ac:picMkLst>
        </pc:picChg>
        <pc:picChg chg="add del mod">
          <ac:chgData name="Tanmay Gurudutt Joshi" userId="4455f4e5-97e0-43ae-844f-14f8efaec3ad" providerId="ADAL" clId="{9056C9C9-3874-484D-A6CC-9E67EA0D87CF}" dt="2024-04-11T01:52:50.397" v="1423" actId="478"/>
          <ac:picMkLst>
            <pc:docMk/>
            <pc:sldMk cId="3814211025" sldId="271"/>
            <ac:picMk id="6" creationId="{152A9046-753A-C08F-DC64-C1527B8358AD}"/>
          </ac:picMkLst>
        </pc:picChg>
        <pc:picChg chg="add mod">
          <ac:chgData name="Tanmay Gurudutt Joshi" userId="4455f4e5-97e0-43ae-844f-14f8efaec3ad" providerId="ADAL" clId="{9056C9C9-3874-484D-A6CC-9E67EA0D87CF}" dt="2024-04-11T01:54:26.020" v="1429" actId="14100"/>
          <ac:picMkLst>
            <pc:docMk/>
            <pc:sldMk cId="3814211025" sldId="271"/>
            <ac:picMk id="9" creationId="{36B093F9-C5B5-7F7B-9B22-567BB7656367}"/>
          </ac:picMkLst>
        </pc:picChg>
      </pc:sldChg>
      <pc:sldChg chg="addSp delSp modSp new mod modNotesTx">
        <pc:chgData name="Tanmay Gurudutt Joshi" userId="4455f4e5-97e0-43ae-844f-14f8efaec3ad" providerId="ADAL" clId="{9056C9C9-3874-484D-A6CC-9E67EA0D87CF}" dt="2024-04-12T13:56:57.498" v="2472"/>
        <pc:sldMkLst>
          <pc:docMk/>
          <pc:sldMk cId="1619688260" sldId="272"/>
        </pc:sldMkLst>
        <pc:spChg chg="add mod">
          <ac:chgData name="Tanmay Gurudutt Joshi" userId="4455f4e5-97e0-43ae-844f-14f8efaec3ad" providerId="ADAL" clId="{9056C9C9-3874-484D-A6CC-9E67EA0D87CF}" dt="2024-04-11T02:00:41.514" v="1641" actId="1076"/>
          <ac:spMkLst>
            <pc:docMk/>
            <pc:sldMk cId="1619688260" sldId="272"/>
            <ac:spMk id="3" creationId="{2C40248B-5D6F-91F7-933F-7F7B1DD0FBF3}"/>
          </ac:spMkLst>
        </pc:spChg>
        <pc:picChg chg="add del mod">
          <ac:chgData name="Tanmay Gurudutt Joshi" userId="4455f4e5-97e0-43ae-844f-14f8efaec3ad" providerId="ADAL" clId="{9056C9C9-3874-484D-A6CC-9E67EA0D87CF}" dt="2024-04-11T02:00:00.993" v="1601" actId="478"/>
          <ac:picMkLst>
            <pc:docMk/>
            <pc:sldMk cId="1619688260" sldId="272"/>
            <ac:picMk id="2" creationId="{BC7EAF8A-32C8-FB33-ABD8-4CD979DC52D0}"/>
          </ac:picMkLst>
        </pc:picChg>
        <pc:picChg chg="add mod">
          <ac:chgData name="Tanmay Gurudutt Joshi" userId="4455f4e5-97e0-43ae-844f-14f8efaec3ad" providerId="ADAL" clId="{9056C9C9-3874-484D-A6CC-9E67EA0D87CF}" dt="2024-04-11T02:01:08.965" v="1645" actId="1076"/>
          <ac:picMkLst>
            <pc:docMk/>
            <pc:sldMk cId="1619688260" sldId="272"/>
            <ac:picMk id="5" creationId="{57C36F80-6EC5-FBB1-1327-E1FD7BE5948C}"/>
          </ac:picMkLst>
        </pc:picChg>
        <pc:picChg chg="add mod">
          <ac:chgData name="Tanmay Gurudutt Joshi" userId="4455f4e5-97e0-43ae-844f-14f8efaec3ad" providerId="ADAL" clId="{9056C9C9-3874-484D-A6CC-9E67EA0D87CF}" dt="2024-04-11T02:01:56.180" v="1650" actId="14100"/>
          <ac:picMkLst>
            <pc:docMk/>
            <pc:sldMk cId="1619688260" sldId="272"/>
            <ac:picMk id="7" creationId="{A9D3A463-67D8-255C-B0CE-49AD500A9BEA}"/>
          </ac:picMkLst>
        </pc:picChg>
      </pc:sldChg>
      <pc:sldChg chg="new del">
        <pc:chgData name="Tanmay Gurudutt Joshi" userId="4455f4e5-97e0-43ae-844f-14f8efaec3ad" providerId="ADAL" clId="{9056C9C9-3874-484D-A6CC-9E67EA0D87CF}" dt="2024-04-11T01:59:25.044" v="1596" actId="2696"/>
        <pc:sldMkLst>
          <pc:docMk/>
          <pc:sldMk cId="3459647436" sldId="272"/>
        </pc:sldMkLst>
      </pc:sldChg>
      <pc:sldChg chg="addSp modSp new mod">
        <pc:chgData name="Tanmay Gurudutt Joshi" userId="4455f4e5-97e0-43ae-844f-14f8efaec3ad" providerId="ADAL" clId="{9056C9C9-3874-484D-A6CC-9E67EA0D87CF}" dt="2024-04-11T02:07:22.472" v="1684" actId="14100"/>
        <pc:sldMkLst>
          <pc:docMk/>
          <pc:sldMk cId="220959353" sldId="273"/>
        </pc:sldMkLst>
        <pc:spChg chg="add mod">
          <ac:chgData name="Tanmay Gurudutt Joshi" userId="4455f4e5-97e0-43ae-844f-14f8efaec3ad" providerId="ADAL" clId="{9056C9C9-3874-484D-A6CC-9E67EA0D87CF}" dt="2024-04-11T02:03:15.768" v="1662" actId="1076"/>
          <ac:spMkLst>
            <pc:docMk/>
            <pc:sldMk cId="220959353" sldId="273"/>
            <ac:spMk id="2" creationId="{F1AAEFE0-4BEE-CA98-F379-1847C022747B}"/>
          </ac:spMkLst>
        </pc:spChg>
        <pc:picChg chg="add mod">
          <ac:chgData name="Tanmay Gurudutt Joshi" userId="4455f4e5-97e0-43ae-844f-14f8efaec3ad" providerId="ADAL" clId="{9056C9C9-3874-484D-A6CC-9E67EA0D87CF}" dt="2024-04-11T02:07:08.315" v="1681" actId="1076"/>
          <ac:picMkLst>
            <pc:docMk/>
            <pc:sldMk cId="220959353" sldId="273"/>
            <ac:picMk id="4" creationId="{456F295C-2F1C-62F3-4C23-B884FFFF12F4}"/>
          </ac:picMkLst>
        </pc:picChg>
        <pc:picChg chg="add mod">
          <ac:chgData name="Tanmay Gurudutt Joshi" userId="4455f4e5-97e0-43ae-844f-14f8efaec3ad" providerId="ADAL" clId="{9056C9C9-3874-484D-A6CC-9E67EA0D87CF}" dt="2024-04-11T02:07:12.918" v="1682" actId="1076"/>
          <ac:picMkLst>
            <pc:docMk/>
            <pc:sldMk cId="220959353" sldId="273"/>
            <ac:picMk id="6" creationId="{D4FA849B-6933-91E2-1AE6-1AFD10985BB8}"/>
          </ac:picMkLst>
        </pc:picChg>
        <pc:picChg chg="add mod">
          <ac:chgData name="Tanmay Gurudutt Joshi" userId="4455f4e5-97e0-43ae-844f-14f8efaec3ad" providerId="ADAL" clId="{9056C9C9-3874-484D-A6CC-9E67EA0D87CF}" dt="2024-04-11T02:07:22.472" v="1684" actId="14100"/>
          <ac:picMkLst>
            <pc:docMk/>
            <pc:sldMk cId="220959353" sldId="273"/>
            <ac:picMk id="8" creationId="{2A4AD000-128B-7E60-3937-F8DCF2997982}"/>
          </ac:picMkLst>
        </pc:picChg>
      </pc:sldChg>
      <pc:sldChg chg="new del">
        <pc:chgData name="Tanmay Gurudutt Joshi" userId="4455f4e5-97e0-43ae-844f-14f8efaec3ad" providerId="ADAL" clId="{9056C9C9-3874-484D-A6CC-9E67EA0D87CF}" dt="2024-04-11T02:09:12.158" v="1686" actId="2696"/>
        <pc:sldMkLst>
          <pc:docMk/>
          <pc:sldMk cId="1130017856" sldId="274"/>
        </pc:sldMkLst>
      </pc:sldChg>
      <pc:sldChg chg="addSp delSp modSp mod">
        <pc:chgData name="Tanmay Gurudutt Joshi" userId="4455f4e5-97e0-43ae-844f-14f8efaec3ad" providerId="ADAL" clId="{9056C9C9-3874-484D-A6CC-9E67EA0D87CF}" dt="2024-04-11T02:15:16.125" v="1734" actId="1076"/>
        <pc:sldMkLst>
          <pc:docMk/>
          <pc:sldMk cId="763990523" sldId="275"/>
        </pc:sldMkLst>
        <pc:spChg chg="mod">
          <ac:chgData name="Tanmay Gurudutt Joshi" userId="4455f4e5-97e0-43ae-844f-14f8efaec3ad" providerId="ADAL" clId="{9056C9C9-3874-484D-A6CC-9E67EA0D87CF}" dt="2024-04-11T02:10:28.042" v="1716" actId="1076"/>
          <ac:spMkLst>
            <pc:docMk/>
            <pc:sldMk cId="763990523" sldId="275"/>
            <ac:spMk id="2" creationId="{3CB1B73D-0002-D55B-C035-A28E0222EACF}"/>
          </ac:spMkLst>
        </pc:spChg>
        <pc:spChg chg="mod">
          <ac:chgData name="Tanmay Gurudutt Joshi" userId="4455f4e5-97e0-43ae-844f-14f8efaec3ad" providerId="ADAL" clId="{9056C9C9-3874-484D-A6CC-9E67EA0D87CF}" dt="2024-04-11T02:15:16.125" v="1734" actId="1076"/>
          <ac:spMkLst>
            <pc:docMk/>
            <pc:sldMk cId="763990523" sldId="275"/>
            <ac:spMk id="3" creationId="{E5212B04-D466-8AC8-0BC7-6CA919303308}"/>
          </ac:spMkLst>
        </pc:spChg>
        <pc:picChg chg="add del mod">
          <ac:chgData name="Tanmay Gurudutt Joshi" userId="4455f4e5-97e0-43ae-844f-14f8efaec3ad" providerId="ADAL" clId="{9056C9C9-3874-484D-A6CC-9E67EA0D87CF}" dt="2024-04-11T02:11:51.836" v="1721" actId="478"/>
          <ac:picMkLst>
            <pc:docMk/>
            <pc:sldMk cId="763990523" sldId="275"/>
            <ac:picMk id="5" creationId="{7FCCB9AF-7903-1BC6-937D-C91573F76AEE}"/>
          </ac:picMkLst>
        </pc:picChg>
        <pc:picChg chg="add mod">
          <ac:chgData name="Tanmay Gurudutt Joshi" userId="4455f4e5-97e0-43ae-844f-14f8efaec3ad" providerId="ADAL" clId="{9056C9C9-3874-484D-A6CC-9E67EA0D87CF}" dt="2024-04-11T02:12:22.101" v="1727" actId="14100"/>
          <ac:picMkLst>
            <pc:docMk/>
            <pc:sldMk cId="763990523" sldId="275"/>
            <ac:picMk id="6" creationId="{C4E81508-D7D1-4720-3DD9-157E1E4BE121}"/>
          </ac:picMkLst>
        </pc:picChg>
      </pc:sldChg>
      <pc:sldChg chg="new">
        <pc:chgData name="Tanmay Gurudutt Joshi" userId="4455f4e5-97e0-43ae-844f-14f8efaec3ad" providerId="ADAL" clId="{9056C9C9-3874-484D-A6CC-9E67EA0D87CF}" dt="2024-04-11T02:09:15.030" v="1687" actId="680"/>
        <pc:sldMkLst>
          <pc:docMk/>
          <pc:sldMk cId="1383101698" sldId="276"/>
        </pc:sldMkLst>
      </pc:sldChg>
      <pc:sldChg chg="addSp modSp new mod modNotesTx">
        <pc:chgData name="Tanmay Gurudutt Joshi" userId="4455f4e5-97e0-43ae-844f-14f8efaec3ad" providerId="ADAL" clId="{9056C9C9-3874-484D-A6CC-9E67EA0D87CF}" dt="2024-04-12T16:44:14.195" v="2510"/>
        <pc:sldMkLst>
          <pc:docMk/>
          <pc:sldMk cId="966223153" sldId="277"/>
        </pc:sldMkLst>
        <pc:spChg chg="add mod">
          <ac:chgData name="Tanmay Gurudutt Joshi" userId="4455f4e5-97e0-43ae-844f-14f8efaec3ad" providerId="ADAL" clId="{9056C9C9-3874-484D-A6CC-9E67EA0D87CF}" dt="2024-04-11T02:16:19.664" v="1769" actId="1076"/>
          <ac:spMkLst>
            <pc:docMk/>
            <pc:sldMk cId="966223153" sldId="277"/>
            <ac:spMk id="4" creationId="{F920ACEB-D58D-622C-E764-FD60BF5C59C9}"/>
          </ac:spMkLst>
        </pc:spChg>
        <pc:picChg chg="add mod">
          <ac:chgData name="Tanmay Gurudutt Joshi" userId="4455f4e5-97e0-43ae-844f-14f8efaec3ad" providerId="ADAL" clId="{9056C9C9-3874-484D-A6CC-9E67EA0D87CF}" dt="2024-04-11T02:15:51.141" v="1741" actId="1076"/>
          <ac:picMkLst>
            <pc:docMk/>
            <pc:sldMk cId="966223153" sldId="277"/>
            <ac:picMk id="2" creationId="{2525D868-C71E-193E-32CE-A499922562CC}"/>
          </ac:picMkLst>
        </pc:picChg>
        <pc:picChg chg="add mod">
          <ac:chgData name="Tanmay Gurudutt Joshi" userId="4455f4e5-97e0-43ae-844f-14f8efaec3ad" providerId="ADAL" clId="{9056C9C9-3874-484D-A6CC-9E67EA0D87CF}" dt="2024-04-11T02:16:34.973" v="1770" actId="14100"/>
          <ac:picMkLst>
            <pc:docMk/>
            <pc:sldMk cId="966223153" sldId="277"/>
            <ac:picMk id="3" creationId="{B4152D75-6A89-40AD-6169-C860682CE721}"/>
          </ac:picMkLst>
        </pc:picChg>
      </pc:sldChg>
      <pc:sldChg chg="addSp modSp new mod modNotesTx">
        <pc:chgData name="Tanmay Gurudutt Joshi" userId="4455f4e5-97e0-43ae-844f-14f8efaec3ad" providerId="ADAL" clId="{9056C9C9-3874-484D-A6CC-9E67EA0D87CF}" dt="2024-04-12T16:44:49.028" v="2512"/>
        <pc:sldMkLst>
          <pc:docMk/>
          <pc:sldMk cId="749318788" sldId="278"/>
        </pc:sldMkLst>
        <pc:picChg chg="add mod">
          <ac:chgData name="Tanmay Gurudutt Joshi" userId="4455f4e5-97e0-43ae-844f-14f8efaec3ad" providerId="ADAL" clId="{9056C9C9-3874-484D-A6CC-9E67EA0D87CF}" dt="2024-04-11T02:16:57.684" v="1774" actId="14100"/>
          <ac:picMkLst>
            <pc:docMk/>
            <pc:sldMk cId="749318788" sldId="278"/>
            <ac:picMk id="2" creationId="{0F1FA803-70AA-C8A4-B972-583CD39C5050}"/>
          </ac:picMkLst>
        </pc:picChg>
        <pc:picChg chg="add mod">
          <ac:chgData name="Tanmay Gurudutt Joshi" userId="4455f4e5-97e0-43ae-844f-14f8efaec3ad" providerId="ADAL" clId="{9056C9C9-3874-484D-A6CC-9E67EA0D87CF}" dt="2024-04-11T02:17:26.453" v="1783" actId="14100"/>
          <ac:picMkLst>
            <pc:docMk/>
            <pc:sldMk cId="749318788" sldId="278"/>
            <ac:picMk id="3" creationId="{A2B862BD-2696-7042-0E36-DC5F792A1668}"/>
          </ac:picMkLst>
        </pc:picChg>
      </pc:sldChg>
      <pc:sldChg chg="addSp delSp modSp mod">
        <pc:chgData name="Tanmay Gurudutt Joshi" userId="4455f4e5-97e0-43ae-844f-14f8efaec3ad" providerId="ADAL" clId="{9056C9C9-3874-484D-A6CC-9E67EA0D87CF}" dt="2024-04-11T22:37:09.558" v="2467" actId="478"/>
        <pc:sldMkLst>
          <pc:docMk/>
          <pc:sldMk cId="4055974831" sldId="279"/>
        </pc:sldMkLst>
        <pc:spChg chg="add del mod">
          <ac:chgData name="Tanmay Gurudutt Joshi" userId="4455f4e5-97e0-43ae-844f-14f8efaec3ad" providerId="ADAL" clId="{9056C9C9-3874-484D-A6CC-9E67EA0D87CF}" dt="2024-04-11T22:37:09.558" v="2467" actId="478"/>
          <ac:spMkLst>
            <pc:docMk/>
            <pc:sldMk cId="4055974831" sldId="279"/>
            <ac:spMk id="3" creationId="{7A6E3643-E219-FA84-2B50-F6776626059B}"/>
          </ac:spMkLst>
        </pc:spChg>
      </pc:sldChg>
      <pc:sldChg chg="modSp new mod">
        <pc:chgData name="Tanmay Gurudutt Joshi" userId="4455f4e5-97e0-43ae-844f-14f8efaec3ad" providerId="ADAL" clId="{9056C9C9-3874-484D-A6CC-9E67EA0D87CF}" dt="2024-04-11T02:34:25.526" v="1833" actId="14100"/>
        <pc:sldMkLst>
          <pc:docMk/>
          <pc:sldMk cId="3484343482" sldId="282"/>
        </pc:sldMkLst>
        <pc:spChg chg="mod">
          <ac:chgData name="Tanmay Gurudutt Joshi" userId="4455f4e5-97e0-43ae-844f-14f8efaec3ad" providerId="ADAL" clId="{9056C9C9-3874-484D-A6CC-9E67EA0D87CF}" dt="2024-04-11T02:34:21.978" v="1832" actId="1076"/>
          <ac:spMkLst>
            <pc:docMk/>
            <pc:sldMk cId="3484343482" sldId="282"/>
            <ac:spMk id="2" creationId="{5BE5AF9E-7794-056B-80D7-1AFAC4786008}"/>
          </ac:spMkLst>
        </pc:spChg>
        <pc:spChg chg="mod">
          <ac:chgData name="Tanmay Gurudutt Joshi" userId="4455f4e5-97e0-43ae-844f-14f8efaec3ad" providerId="ADAL" clId="{9056C9C9-3874-484D-A6CC-9E67EA0D87CF}" dt="2024-04-11T02:34:25.526" v="1833" actId="14100"/>
          <ac:spMkLst>
            <pc:docMk/>
            <pc:sldMk cId="3484343482" sldId="282"/>
            <ac:spMk id="3" creationId="{3CBE844E-9E91-8F82-7739-69147681328A}"/>
          </ac:spMkLst>
        </pc:spChg>
      </pc:sldChg>
      <pc:sldChg chg="modSp new mod">
        <pc:chgData name="Tanmay Gurudutt Joshi" userId="4455f4e5-97e0-43ae-844f-14f8efaec3ad" providerId="ADAL" clId="{9056C9C9-3874-484D-A6CC-9E67EA0D87CF}" dt="2024-04-12T14:04:59.279" v="2473" actId="3626"/>
        <pc:sldMkLst>
          <pc:docMk/>
          <pc:sldMk cId="2485200719" sldId="284"/>
        </pc:sldMkLst>
        <pc:spChg chg="mod">
          <ac:chgData name="Tanmay Gurudutt Joshi" userId="4455f4e5-97e0-43ae-844f-14f8efaec3ad" providerId="ADAL" clId="{9056C9C9-3874-484D-A6CC-9E67EA0D87CF}" dt="2024-04-12T14:04:59.279" v="2473" actId="3626"/>
          <ac:spMkLst>
            <pc:docMk/>
            <pc:sldMk cId="2485200719" sldId="284"/>
            <ac:spMk id="3" creationId="{6AA659B9-C07D-F3E9-6FCC-7A6597CEC378}"/>
          </ac:spMkLst>
        </pc:spChg>
      </pc:sldChg>
      <pc:sldChg chg="addSp modSp new">
        <pc:chgData name="Tanmay Gurudutt Joshi" userId="4455f4e5-97e0-43ae-844f-14f8efaec3ad" providerId="ADAL" clId="{9056C9C9-3874-484D-A6CC-9E67EA0D87CF}" dt="2024-04-11T02:41:03.977" v="1838" actId="1076"/>
        <pc:sldMkLst>
          <pc:docMk/>
          <pc:sldMk cId="2239744950" sldId="285"/>
        </pc:sldMkLst>
        <pc:picChg chg="add mod">
          <ac:chgData name="Tanmay Gurudutt Joshi" userId="4455f4e5-97e0-43ae-844f-14f8efaec3ad" providerId="ADAL" clId="{9056C9C9-3874-484D-A6CC-9E67EA0D87CF}" dt="2024-04-11T02:41:03.977" v="1838" actId="1076"/>
          <ac:picMkLst>
            <pc:docMk/>
            <pc:sldMk cId="2239744950" sldId="285"/>
            <ac:picMk id="3074" creationId="{C6ED0DAD-EB80-BF91-45CB-F96366A05E50}"/>
          </ac:picMkLst>
        </pc:picChg>
      </pc:sldChg>
      <pc:sldMasterChg chg="delSldLayout">
        <pc:chgData name="Tanmay Gurudutt Joshi" userId="4455f4e5-97e0-43ae-844f-14f8efaec3ad" providerId="ADAL" clId="{9056C9C9-3874-484D-A6CC-9E67EA0D87CF}" dt="2024-04-11T01:59:25.045" v="1597" actId="2696"/>
        <pc:sldMasterMkLst>
          <pc:docMk/>
          <pc:sldMasterMk cId="0" sldId="2147483674"/>
        </pc:sldMasterMkLst>
        <pc:sldLayoutChg chg="del">
          <pc:chgData name="Tanmay Gurudutt Joshi" userId="4455f4e5-97e0-43ae-844f-14f8efaec3ad" providerId="ADAL" clId="{9056C9C9-3874-484D-A6CC-9E67EA0D87CF}" dt="2024-04-11T01:59:25.045" v="1597" actId="2696"/>
          <pc:sldLayoutMkLst>
            <pc:docMk/>
            <pc:sldMasterMk cId="0" sldId="2147483674"/>
            <pc:sldLayoutMk cId="0" sldId="2147483658"/>
          </pc:sldLayoutMkLst>
        </pc:sldLayoutChg>
      </pc:sldMasterChg>
    </pc:docChg>
  </pc:docChgLst>
  <pc:docChgLst>
    <pc:chgData name="Devanshu Subhashbhai Gohil" userId="S::gohil.de@northeastern.edu::056c7e09-33c6-4803-baff-85426b582ef5" providerId="AD" clId="Web-{120443E8-2189-22EE-6066-1E77EB0F4E48}"/>
    <pc:docChg chg="modSld">
      <pc:chgData name="Devanshu Subhashbhai Gohil" userId="S::gohil.de@northeastern.edu::056c7e09-33c6-4803-baff-85426b582ef5" providerId="AD" clId="Web-{120443E8-2189-22EE-6066-1E77EB0F4E48}" dt="2024-04-22T21:17:24.025" v="2" actId="1076"/>
      <pc:docMkLst>
        <pc:docMk/>
      </pc:docMkLst>
      <pc:sldChg chg="addSp delSp modSp">
        <pc:chgData name="Devanshu Subhashbhai Gohil" userId="S::gohil.de@northeastern.edu::056c7e09-33c6-4803-baff-85426b582ef5" providerId="AD" clId="Web-{120443E8-2189-22EE-6066-1E77EB0F4E48}" dt="2024-04-22T21:17:24.025" v="2" actId="1076"/>
        <pc:sldMkLst>
          <pc:docMk/>
          <pc:sldMk cId="2216394942" sldId="283"/>
        </pc:sldMkLst>
        <pc:picChg chg="add mod">
          <ac:chgData name="Devanshu Subhashbhai Gohil" userId="S::gohil.de@northeastern.edu::056c7e09-33c6-4803-baff-85426b582ef5" providerId="AD" clId="Web-{120443E8-2189-22EE-6066-1E77EB0F4E48}" dt="2024-04-22T21:17:24.025" v="2" actId="1076"/>
          <ac:picMkLst>
            <pc:docMk/>
            <pc:sldMk cId="2216394942" sldId="283"/>
            <ac:picMk id="3" creationId="{724E9023-564D-60EC-0916-03C9615F1079}"/>
          </ac:picMkLst>
        </pc:picChg>
        <pc:picChg chg="del">
          <ac:chgData name="Devanshu Subhashbhai Gohil" userId="S::gohil.de@northeastern.edu::056c7e09-33c6-4803-baff-85426b582ef5" providerId="AD" clId="Web-{120443E8-2189-22EE-6066-1E77EB0F4E48}" dt="2024-04-22T21:17:12.993" v="1"/>
          <ac:picMkLst>
            <pc:docMk/>
            <pc:sldMk cId="2216394942" sldId="283"/>
            <ac:picMk id="8" creationId="{15534CBF-54C0-88C9-4C23-D06A72B6C6A2}"/>
          </ac:picMkLst>
        </pc:picChg>
      </pc:sldChg>
    </pc:docChg>
  </pc:docChgLst>
  <pc:docChgLst>
    <pc:chgData name="Devanshu Subhashbhai Gohil" userId="S::gohil.de@northeastern.edu::056c7e09-33c6-4803-baff-85426b582ef5" providerId="AD" clId="Web-{CD51D6BC-C3D9-5462-E9F5-89C12E11E64A}"/>
    <pc:docChg chg="modSld">
      <pc:chgData name="Devanshu Subhashbhai Gohil" userId="S::gohil.de@northeastern.edu::056c7e09-33c6-4803-baff-85426b582ef5" providerId="AD" clId="Web-{CD51D6BC-C3D9-5462-E9F5-89C12E11E64A}" dt="2024-04-22T17:40:48.933" v="66"/>
      <pc:docMkLst>
        <pc:docMk/>
      </pc:docMkLst>
      <pc:sldChg chg="addSp delSp modSp">
        <pc:chgData name="Devanshu Subhashbhai Gohil" userId="S::gohil.de@northeastern.edu::056c7e09-33c6-4803-baff-85426b582ef5" providerId="AD" clId="Web-{CD51D6BC-C3D9-5462-E9F5-89C12E11E64A}" dt="2024-04-22T17:40:48.933" v="66"/>
        <pc:sldMkLst>
          <pc:docMk/>
          <pc:sldMk cId="2216394942" sldId="283"/>
        </pc:sldMkLst>
        <pc:graphicFrameChg chg="add mod modGraphic">
          <ac:chgData name="Devanshu Subhashbhai Gohil" userId="S::gohil.de@northeastern.edu::056c7e09-33c6-4803-baff-85426b582ef5" providerId="AD" clId="Web-{CD51D6BC-C3D9-5462-E9F5-89C12E11E64A}" dt="2024-04-22T17:40:48.933" v="66"/>
          <ac:graphicFrameMkLst>
            <pc:docMk/>
            <pc:sldMk cId="2216394942" sldId="283"/>
            <ac:graphicFrameMk id="6" creationId="{3393CAE7-A8AA-249A-A026-4811BFA64E7B}"/>
          </ac:graphicFrameMkLst>
        </pc:graphicFrameChg>
        <pc:picChg chg="del">
          <ac:chgData name="Devanshu Subhashbhai Gohil" userId="S::gohil.de@northeastern.edu::056c7e09-33c6-4803-baff-85426b582ef5" providerId="AD" clId="Web-{CD51D6BC-C3D9-5462-E9F5-89C12E11E64A}" dt="2024-04-22T16:03:30.639" v="2"/>
          <ac:picMkLst>
            <pc:docMk/>
            <pc:sldMk cId="2216394942" sldId="283"/>
            <ac:picMk id="3" creationId="{99BA58E1-B06B-CEB9-A160-CF00FB53CB2C}"/>
          </ac:picMkLst>
        </pc:picChg>
        <pc:picChg chg="add del">
          <ac:chgData name="Devanshu Subhashbhai Gohil" userId="S::gohil.de@northeastern.edu::056c7e09-33c6-4803-baff-85426b582ef5" providerId="AD" clId="Web-{CD51D6BC-C3D9-5462-E9F5-89C12E11E64A}" dt="2024-04-22T17:34:33.296" v="18"/>
          <ac:picMkLst>
            <pc:docMk/>
            <pc:sldMk cId="2216394942" sldId="283"/>
            <ac:picMk id="4" creationId="{07ADE954-EB5A-2999-FFC7-42F59924D893}"/>
          </ac:picMkLst>
        </pc:picChg>
        <pc:picChg chg="add del mod">
          <ac:chgData name="Devanshu Subhashbhai Gohil" userId="S::gohil.de@northeastern.edu::056c7e09-33c6-4803-baff-85426b582ef5" providerId="AD" clId="Web-{CD51D6BC-C3D9-5462-E9F5-89C12E11E64A}" dt="2024-04-22T17:35:42.048" v="23"/>
          <ac:picMkLst>
            <pc:docMk/>
            <pc:sldMk cId="2216394942" sldId="283"/>
            <ac:picMk id="5" creationId="{CD11230E-009A-232D-64B9-F6DF6033B1FC}"/>
          </ac:picMkLst>
        </pc:picChg>
        <pc:picChg chg="del">
          <ac:chgData name="Devanshu Subhashbhai Gohil" userId="S::gohil.de@northeastern.edu::056c7e09-33c6-4803-baff-85426b582ef5" providerId="AD" clId="Web-{CD51D6BC-C3D9-5462-E9F5-89C12E11E64A}" dt="2024-04-22T16:04:10.858" v="7"/>
          <ac:picMkLst>
            <pc:docMk/>
            <pc:sldMk cId="2216394942" sldId="283"/>
            <ac:picMk id="6" creationId="{E0AE42EF-BC26-8B70-75AA-CC2679FC47AD}"/>
          </ac:picMkLst>
        </pc:picChg>
        <pc:picChg chg="add mod">
          <ac:chgData name="Devanshu Subhashbhai Gohil" userId="S::gohil.de@northeastern.edu::056c7e09-33c6-4803-baff-85426b582ef5" providerId="AD" clId="Web-{CD51D6BC-C3D9-5462-E9F5-89C12E11E64A}" dt="2024-04-22T17:36:17.330" v="27" actId="1076"/>
          <ac:picMkLst>
            <pc:docMk/>
            <pc:sldMk cId="2216394942" sldId="283"/>
            <ac:picMk id="7" creationId="{76CB2CF5-7D74-BDA7-89A2-5E5C3F601537}"/>
          </ac:picMkLst>
        </pc:picChg>
        <pc:picChg chg="add mod">
          <ac:chgData name="Devanshu Subhashbhai Gohil" userId="S::gohil.de@northeastern.edu::056c7e09-33c6-4803-baff-85426b582ef5" providerId="AD" clId="Web-{CD51D6BC-C3D9-5462-E9F5-89C12E11E64A}" dt="2024-04-22T17:36:29.081" v="30" actId="14100"/>
          <ac:picMkLst>
            <pc:docMk/>
            <pc:sldMk cId="2216394942" sldId="283"/>
            <ac:picMk id="8" creationId="{15534CBF-54C0-88C9-4C23-D06A72B6C6A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
        <p:cNvGrpSpPr/>
        <p:nvPr/>
      </p:nvGrpSpPr>
      <p:grpSpPr>
        <a:xfrm>
          <a:off x="0" y="0"/>
          <a:ext cx="0" cy="0"/>
          <a:chOff x="0" y="0"/>
          <a:chExt cx="0" cy="0"/>
        </a:xfrm>
      </p:grpSpPr>
      <p:sp>
        <p:nvSpPr>
          <p:cNvPr id="1654" name="Google Shape;16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5" name="Google Shape;16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06349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To accelerate the process</a:t>
            </a:r>
          </a:p>
          <a:p>
            <a:r>
              <a:rPr lang="en-US"/>
              <a:t>Used parallel as much as we could</a:t>
            </a:r>
          </a:p>
          <a:p>
            <a:r>
              <a:rPr lang="en-US"/>
              <a:t>Conducted a thorough analysis in order to evaluate the effectiveness of parallelization</a:t>
            </a:r>
          </a:p>
          <a:p>
            <a:endParaRPr lang="en-US"/>
          </a:p>
        </p:txBody>
      </p:sp>
    </p:spTree>
    <p:extLst>
      <p:ext uri="{BB962C8B-B14F-4D97-AF65-F5344CB8AC3E}">
        <p14:creationId xmlns:p14="http://schemas.microsoft.com/office/powerpoint/2010/main" val="2931376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Implemented from scratch but accuracy was not up to the mark</a:t>
            </a:r>
          </a:p>
          <a:p>
            <a:r>
              <a:rPr lang="en-US"/>
              <a:t>Hence using a pretrained model became crucial </a:t>
            </a:r>
          </a:p>
          <a:p>
            <a:r>
              <a:rPr lang="en-US"/>
              <a:t>Handles data imbalance and gives good f1 </a:t>
            </a:r>
          </a:p>
        </p:txBody>
      </p:sp>
    </p:spTree>
    <p:extLst>
      <p:ext uri="{BB962C8B-B14F-4D97-AF65-F5344CB8AC3E}">
        <p14:creationId xmlns:p14="http://schemas.microsoft.com/office/powerpoint/2010/main" val="2291082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Why DDP over DP</a:t>
            </a:r>
          </a:p>
          <a:p>
            <a:r>
              <a:rPr lang="en-US"/>
              <a:t>What is DDP -&gt; world size</a:t>
            </a:r>
          </a:p>
          <a:p>
            <a:endParaRPr lang="en-US"/>
          </a:p>
        </p:txBody>
      </p:sp>
    </p:spTree>
    <p:extLst>
      <p:ext uri="{BB962C8B-B14F-4D97-AF65-F5344CB8AC3E}">
        <p14:creationId xmlns:p14="http://schemas.microsoft.com/office/powerpoint/2010/main" val="2058075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Explain first point</a:t>
            </a:r>
          </a:p>
          <a:p>
            <a:r>
              <a:rPr lang="en-US"/>
              <a:t>How we did it -&gt; explain code </a:t>
            </a:r>
          </a:p>
          <a:p>
            <a:r>
              <a:rPr lang="en-US"/>
              <a:t>Batch file implementation touch</a:t>
            </a:r>
          </a:p>
          <a:p>
            <a:r>
              <a:rPr lang="en-US"/>
              <a:t>Result overview </a:t>
            </a:r>
          </a:p>
        </p:txBody>
      </p:sp>
    </p:spTree>
    <p:extLst>
      <p:ext uri="{BB962C8B-B14F-4D97-AF65-F5344CB8AC3E}">
        <p14:creationId xmlns:p14="http://schemas.microsoft.com/office/powerpoint/2010/main" val="2051147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Used cluster GPUs - &gt; NVIDIA</a:t>
            </a:r>
          </a:p>
          <a:p>
            <a:r>
              <a:rPr lang="en-US"/>
              <a:t>Explain graph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a:effectLst/>
                <a:latin typeface="Times New Roman" panose="02020603050405020304" pitchFamily="18" charset="0"/>
                <a:ea typeface="Calibri" panose="020F0502020204030204" pitchFamily="34" charset="0"/>
              </a:rPr>
              <a:t>This suggests that the single GPU's memory and compute capabilities are being exceeded by larger batch sizes. It implies that for a single GPU setup, smaller batch sizes are more optimal and that there's a limit to the computational load it can handle efficiently. Hence, we get a clear indication seeing the trend for single GPU that increasing the number of GPUs with increasing batch size may result in better training times.</a:t>
            </a:r>
            <a:endParaRPr lang="en-US" sz="1800">
              <a:effectLst/>
              <a:latin typeface="Calibri" panose="020F0502020204030204" pitchFamily="34" charset="0"/>
              <a:ea typeface="Calibri" panose="020F0502020204030204" pitchFamily="34" charset="0"/>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a:effectLst/>
                <a:latin typeface="Times New Roman" panose="02020603050405020304" pitchFamily="18" charset="0"/>
                <a:ea typeface="Calibri" panose="020F0502020204030204" pitchFamily="34" charset="0"/>
              </a:rPr>
              <a:t>This suggests that after increasing the batch size by a certain number the training times don’t get affected either ways. The initial decrease indicates that adding an extra GPU effectively doubles the computational resources, allowing for larger batch sizes to be processed more quickly. However, the plateau at larger batch sizes may indicate that the communication overhead between the two GPUs is counteracting the benefits of parallel processing. This infers that there's an optimal batch size before the efficiency gains from parallelism are negated by overhead.</a:t>
            </a:r>
            <a:endParaRPr lang="en-US" sz="1800">
              <a:effectLst/>
              <a:latin typeface="Calibri" panose="020F0502020204030204" pitchFamily="34" charset="0"/>
              <a:ea typeface="Calibri" panose="020F0502020204030204" pitchFamily="34" charset="0"/>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a:effectLst/>
                <a:latin typeface="Times New Roman" panose="02020603050405020304" pitchFamily="18" charset="0"/>
                <a:ea typeface="Calibri" panose="020F0502020204030204" pitchFamily="34" charset="0"/>
              </a:rPr>
              <a:t>This efficiency likely arises because with four GPUs, the workload is split into smaller, more manageable parts, allowing each GPU to process data simultaneously without waiting on the others. Additionally, this setup suggests that the communication overhead—often a concern when scaling up the number of GPUs—isn't significant enough to offset the time saved through parallel processing. The graph implies that the system is well-tuned and that the tasks and data size are large enough to truly benefit from the increased number of GPUs, illustrating that in some cases, scaling out (adding more GPUs) can indeed be more beneficial than scaling up (using larger, more powerful single GPUs).</a:t>
            </a:r>
            <a:endParaRPr lang="en-US" sz="1800">
              <a:effectLst/>
              <a:latin typeface="Calibri" panose="020F0502020204030204" pitchFamily="34" charset="0"/>
              <a:ea typeface="Calibri" panose="020F0502020204030204" pitchFamily="34" charset="0"/>
            </a:endParaRPr>
          </a:p>
          <a:p>
            <a:endParaRPr lang="en-US"/>
          </a:p>
          <a:p>
            <a:endParaRPr lang="en-US"/>
          </a:p>
        </p:txBody>
      </p:sp>
    </p:spTree>
    <p:extLst>
      <p:ext uri="{BB962C8B-B14F-4D97-AF65-F5344CB8AC3E}">
        <p14:creationId xmlns:p14="http://schemas.microsoft.com/office/powerpoint/2010/main" val="2046633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a:effectLst/>
                <a:latin typeface="Times New Roman" panose="02020603050405020304" pitchFamily="18" charset="0"/>
                <a:ea typeface="Calibri" panose="020F0502020204030204" pitchFamily="34" charset="0"/>
              </a:rPr>
              <a:t>Speedup remains just above 1, suggesting that the training time with two GPUs is only slightly better than with one. The efficiency, which reflects the speedup per GPU, is consistently just over 0.5. This indicates that each GPU is not being fully utilized, as an efficiency of 1 would mean perfect scaling where doubling the number of GPUs halves the training time. The small increment in efficiency suggests some gains from parallelization, but also highlights a potential for improving the distribution of the workload or managing the computational overhead more effectively.</a:t>
            </a:r>
            <a:endParaRPr lang="en-US" sz="1800">
              <a:effectLst/>
              <a:latin typeface="Calibri" panose="020F0502020204030204" pitchFamily="34" charset="0"/>
              <a:ea typeface="Calibri" panose="020F0502020204030204" pitchFamily="34" charset="0"/>
            </a:endParaRPr>
          </a:p>
          <a:p>
            <a:endParaRPr lang="en-US"/>
          </a:p>
        </p:txBody>
      </p:sp>
    </p:spTree>
    <p:extLst>
      <p:ext uri="{BB962C8B-B14F-4D97-AF65-F5344CB8AC3E}">
        <p14:creationId xmlns:p14="http://schemas.microsoft.com/office/powerpoint/2010/main" val="2286727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a:effectLst/>
                <a:latin typeface="Times New Roman" panose="02020603050405020304" pitchFamily="18" charset="0"/>
                <a:ea typeface="Calibri" panose="020F0502020204030204" pitchFamily="34" charset="0"/>
              </a:rPr>
              <a:t>The above plots show that the model handles both the classes decently during the testing time. The confusion matrix suggests that the F1-score of both the classes is 0.87 and 0.93. It is acceptable in general terms. The precision and recall are also balanced. The testing accuracy is 0.91. From the normalized confusion matrix we can see that the True Positive Rate for both the classes is 0.842 and 0.946 respectively. So comparatively, the model can predict pneumonia images correctly than normal images relatively better. </a:t>
            </a:r>
            <a:endParaRPr lang="en-US" sz="1800">
              <a:effectLst/>
              <a:latin typeface="Calibri" panose="020F0502020204030204" pitchFamily="34" charset="0"/>
              <a:ea typeface="Calibri" panose="020F0502020204030204" pitchFamily="34" charset="0"/>
            </a:endParaRPr>
          </a:p>
          <a:p>
            <a:endParaRPr lang="en-US"/>
          </a:p>
        </p:txBody>
      </p:sp>
    </p:spTree>
    <p:extLst>
      <p:ext uri="{BB962C8B-B14F-4D97-AF65-F5344CB8AC3E}">
        <p14:creationId xmlns:p14="http://schemas.microsoft.com/office/powerpoint/2010/main" val="1025121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algn="just">
              <a:spcBef>
                <a:spcPts val="0"/>
              </a:spcBef>
              <a:spcAft>
                <a:spcPts val="0"/>
              </a:spcAft>
            </a:pPr>
            <a:r>
              <a:rPr lang="en-IN" sz="1800" b="1">
                <a:effectLst/>
                <a:latin typeface="Times New Roman" panose="02020603050405020304" pitchFamily="18" charset="0"/>
                <a:ea typeface="Calibri" panose="020F0502020204030204" pitchFamily="34" charset="0"/>
              </a:rPr>
              <a:t>High Precision</a:t>
            </a:r>
            <a:r>
              <a:rPr lang="en-IN" sz="1800">
                <a:effectLst/>
                <a:latin typeface="Times New Roman" panose="02020603050405020304" pitchFamily="18" charset="0"/>
                <a:ea typeface="Calibri" panose="020F0502020204030204" pitchFamily="34" charset="0"/>
              </a:rPr>
              <a:t>: The high precision across most recall levels indicates that when the model predicts pneumonia, it is highly likely to be correct. This is particularly important in medical diagnostics to minimize the number of false alarms that can cause unnecessary anxiety and additional medical testing.</a:t>
            </a:r>
            <a:endParaRPr lang="en-US" sz="1800">
              <a:effectLst/>
              <a:latin typeface="Calibri" panose="020F0502020204030204" pitchFamily="34" charset="0"/>
              <a:ea typeface="Calibri" panose="020F0502020204030204" pitchFamily="34" charset="0"/>
            </a:endParaRPr>
          </a:p>
          <a:p>
            <a:pPr marL="0" marR="0" algn="just">
              <a:spcBef>
                <a:spcPts val="0"/>
              </a:spcBef>
              <a:spcAft>
                <a:spcPts val="0"/>
              </a:spcAft>
            </a:pPr>
            <a:r>
              <a:rPr lang="en-IN" sz="1800">
                <a:effectLst/>
                <a:latin typeface="Times New Roman" panose="02020603050405020304" pitchFamily="18" charset="0"/>
                <a:ea typeface="Calibri" panose="020F0502020204030204" pitchFamily="34" charset="0"/>
              </a:rPr>
              <a:t> </a:t>
            </a:r>
            <a:endParaRPr lang="en-US" sz="1800">
              <a:effectLst/>
              <a:latin typeface="Calibri" panose="020F0502020204030204" pitchFamily="34" charset="0"/>
              <a:ea typeface="Calibri" panose="020F0502020204030204" pitchFamily="34" charset="0"/>
            </a:endParaRPr>
          </a:p>
          <a:p>
            <a:pPr marL="0" marR="0" algn="just">
              <a:spcBef>
                <a:spcPts val="0"/>
              </a:spcBef>
              <a:spcAft>
                <a:spcPts val="0"/>
              </a:spcAft>
            </a:pPr>
            <a:r>
              <a:rPr lang="en-IN" sz="1800" b="1">
                <a:effectLst/>
                <a:latin typeface="Times New Roman" panose="02020603050405020304" pitchFamily="18" charset="0"/>
                <a:ea typeface="Calibri" panose="020F0502020204030204" pitchFamily="34" charset="0"/>
              </a:rPr>
              <a:t>Precision Drop</a:t>
            </a:r>
            <a:r>
              <a:rPr lang="en-IN" sz="1800">
                <a:effectLst/>
                <a:latin typeface="Times New Roman" panose="02020603050405020304" pitchFamily="18" charset="0"/>
                <a:ea typeface="Calibri" panose="020F0502020204030204" pitchFamily="34" charset="0"/>
              </a:rPr>
              <a:t>: The abrupt drop in precision at the high-recall end of the curve might represent the model beginning to misclassify some normal cases as pneumonia. It's critical to identify the threshold before this drop to maintain a balance between detecting as many true pneumonia cases as possible (high recall) and keeping the number of false positives (low precision) manageable.</a:t>
            </a:r>
            <a:endParaRPr lang="en-US" sz="1800">
              <a:effectLst/>
              <a:latin typeface="Calibri" panose="020F0502020204030204" pitchFamily="34" charset="0"/>
              <a:ea typeface="Calibri" panose="020F0502020204030204" pitchFamily="34" charset="0"/>
            </a:endParaRPr>
          </a:p>
          <a:p>
            <a:pPr marL="0" marR="0" algn="just">
              <a:spcBef>
                <a:spcPts val="0"/>
              </a:spcBef>
              <a:spcAft>
                <a:spcPts val="0"/>
              </a:spcAft>
            </a:pPr>
            <a:r>
              <a:rPr lang="en-IN" sz="1800">
                <a:effectLst/>
                <a:latin typeface="Times New Roman" panose="02020603050405020304" pitchFamily="18" charset="0"/>
                <a:ea typeface="Calibri" panose="020F0502020204030204" pitchFamily="34" charset="0"/>
              </a:rPr>
              <a:t> </a:t>
            </a:r>
            <a:endParaRPr lang="en-US" sz="1800">
              <a:effectLst/>
              <a:latin typeface="Calibri" panose="020F0502020204030204" pitchFamily="34" charset="0"/>
              <a:ea typeface="Calibri" panose="020F0502020204030204" pitchFamily="34" charset="0"/>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a:effectLst/>
                <a:latin typeface="Times New Roman" panose="02020603050405020304" pitchFamily="18" charset="0"/>
                <a:ea typeface="Calibri" panose="020F0502020204030204" pitchFamily="34" charset="0"/>
              </a:rPr>
              <a:t>An AUC of 0.96 suggests that the model has an excellent ability to discriminate between normal and pneumonia cases. For medical diagnostics, this indicates that the model has a strong capability to distinguish between the two classes with a low rate of false negatives and false positives.</a:t>
            </a:r>
            <a:endParaRPr lang="en-US" sz="1800">
              <a:effectLst/>
              <a:latin typeface="Calibri" panose="020F0502020204030204" pitchFamily="34" charset="0"/>
              <a:ea typeface="Calibri" panose="020F0502020204030204" pitchFamily="34" charset="0"/>
            </a:endParaRPr>
          </a:p>
          <a:p>
            <a:endParaRPr lang="en-US"/>
          </a:p>
        </p:txBody>
      </p:sp>
    </p:spTree>
    <p:extLst>
      <p:ext uri="{BB962C8B-B14F-4D97-AF65-F5344CB8AC3E}">
        <p14:creationId xmlns:p14="http://schemas.microsoft.com/office/powerpoint/2010/main" val="140762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666650" y="1291925"/>
            <a:ext cx="5810700" cy="21870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666650" y="3461716"/>
            <a:ext cx="58107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364900" y="665725"/>
            <a:ext cx="9433079" cy="5058705"/>
            <a:chOff x="364900" y="665725"/>
            <a:chExt cx="9433079" cy="5058705"/>
          </a:xfrm>
        </p:grpSpPr>
        <p:sp>
          <p:nvSpPr>
            <p:cNvPr id="12" name="Google Shape;12;p2"/>
            <p:cNvSpPr/>
            <p:nvPr/>
          </p:nvSpPr>
          <p:spPr>
            <a:xfrm>
              <a:off x="8261401" y="665725"/>
              <a:ext cx="1306861" cy="1306861"/>
            </a:xfrm>
            <a:custGeom>
              <a:avLst/>
              <a:gdLst/>
              <a:ahLst/>
              <a:cxnLst/>
              <a:rect l="l" t="t" r="r" b="b"/>
              <a:pathLst>
                <a:path w="935142" h="935142" extrusionOk="0">
                  <a:moveTo>
                    <a:pt x="935143" y="467571"/>
                  </a:moveTo>
                  <a:cubicBezTo>
                    <a:pt x="935143" y="725804"/>
                    <a:pt x="725805" y="935143"/>
                    <a:pt x="467572" y="935143"/>
                  </a:cubicBezTo>
                  <a:cubicBezTo>
                    <a:pt x="209339" y="935143"/>
                    <a:pt x="0" y="725804"/>
                    <a:pt x="0" y="467572"/>
                  </a:cubicBezTo>
                  <a:cubicBezTo>
                    <a:pt x="0" y="209339"/>
                    <a:pt x="209339" y="0"/>
                    <a:pt x="467572" y="0"/>
                  </a:cubicBezTo>
                  <a:cubicBezTo>
                    <a:pt x="725804" y="0"/>
                    <a:pt x="935143" y="209339"/>
                    <a:pt x="935143" y="46757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nvGrpSpPr>
            <p:cNvPr id="13" name="Google Shape;13;p2"/>
            <p:cNvGrpSpPr/>
            <p:nvPr/>
          </p:nvGrpSpPr>
          <p:grpSpPr>
            <a:xfrm>
              <a:off x="8724109" y="1010838"/>
              <a:ext cx="1073870" cy="1073875"/>
              <a:chOff x="5843303" y="751389"/>
              <a:chExt cx="768807" cy="768811"/>
            </a:xfrm>
          </p:grpSpPr>
          <p:sp>
            <p:nvSpPr>
              <p:cNvPr id="14" name="Google Shape;14;p2"/>
              <p:cNvSpPr/>
              <p:nvPr/>
            </p:nvSpPr>
            <p:spPr>
              <a:xfrm rot="-2700000">
                <a:off x="5873937" y="869643"/>
                <a:ext cx="182702" cy="7748"/>
              </a:xfrm>
              <a:custGeom>
                <a:avLst/>
                <a:gdLst/>
                <a:ahLst/>
                <a:cxnLst/>
                <a:rect l="l" t="t" r="r" b="b"/>
                <a:pathLst>
                  <a:path w="182600" h="7744" extrusionOk="0">
                    <a:moveTo>
                      <a:pt x="0" y="0"/>
                    </a:moveTo>
                    <a:lnTo>
                      <a:pt x="182601" y="0"/>
                    </a:lnTo>
                    <a:lnTo>
                      <a:pt x="182601"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 name="Google Shape;15;p2"/>
              <p:cNvSpPr/>
              <p:nvPr/>
            </p:nvSpPr>
            <p:spPr>
              <a:xfrm rot="-2700000">
                <a:off x="5798746" y="900621"/>
                <a:ext cx="395236" cy="7748"/>
              </a:xfrm>
              <a:custGeom>
                <a:avLst/>
                <a:gdLst/>
                <a:ahLst/>
                <a:cxnLst/>
                <a:rect l="l" t="t" r="r" b="b"/>
                <a:pathLst>
                  <a:path w="395016" h="7744" extrusionOk="0">
                    <a:moveTo>
                      <a:pt x="0" y="0"/>
                    </a:moveTo>
                    <a:lnTo>
                      <a:pt x="395016" y="0"/>
                    </a:lnTo>
                    <a:lnTo>
                      <a:pt x="395016"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6" name="Google Shape;16;p2"/>
              <p:cNvSpPr/>
              <p:nvPr/>
            </p:nvSpPr>
            <p:spPr>
              <a:xfrm rot="-2700000">
                <a:off x="5770916" y="931626"/>
                <a:ext cx="512995" cy="7748"/>
              </a:xfrm>
              <a:custGeom>
                <a:avLst/>
                <a:gdLst/>
                <a:ahLst/>
                <a:cxnLst/>
                <a:rect l="l" t="t" r="r" b="b"/>
                <a:pathLst>
                  <a:path w="512710" h="7744" extrusionOk="0">
                    <a:moveTo>
                      <a:pt x="0" y="0"/>
                    </a:moveTo>
                    <a:lnTo>
                      <a:pt x="512711" y="0"/>
                    </a:lnTo>
                    <a:lnTo>
                      <a:pt x="512711"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7" name="Google Shape;17;p2"/>
              <p:cNvSpPr/>
              <p:nvPr/>
            </p:nvSpPr>
            <p:spPr>
              <a:xfrm rot="-2700000">
                <a:off x="5760003" y="962636"/>
                <a:ext cx="596906" cy="7748"/>
              </a:xfrm>
              <a:custGeom>
                <a:avLst/>
                <a:gdLst/>
                <a:ahLst/>
                <a:cxnLst/>
                <a:rect l="l" t="t" r="r" b="b"/>
                <a:pathLst>
                  <a:path w="596574" h="7744" extrusionOk="0">
                    <a:moveTo>
                      <a:pt x="0" y="0"/>
                    </a:moveTo>
                    <a:lnTo>
                      <a:pt x="596575" y="0"/>
                    </a:lnTo>
                    <a:lnTo>
                      <a:pt x="596575"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8" name="Google Shape;18;p2"/>
              <p:cNvSpPr/>
              <p:nvPr/>
            </p:nvSpPr>
            <p:spPr>
              <a:xfrm rot="-2700000">
                <a:off x="5760904" y="993660"/>
                <a:ext cx="657165" cy="7748"/>
              </a:xfrm>
              <a:custGeom>
                <a:avLst/>
                <a:gdLst/>
                <a:ahLst/>
                <a:cxnLst/>
                <a:rect l="l" t="t" r="r" b="b"/>
                <a:pathLst>
                  <a:path w="656800" h="7744" extrusionOk="0">
                    <a:moveTo>
                      <a:pt x="0" y="0"/>
                    </a:moveTo>
                    <a:lnTo>
                      <a:pt x="656800" y="0"/>
                    </a:lnTo>
                    <a:lnTo>
                      <a:pt x="656800"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9" name="Google Shape;19;p2"/>
              <p:cNvSpPr/>
              <p:nvPr/>
            </p:nvSpPr>
            <p:spPr>
              <a:xfrm rot="-2700000">
                <a:off x="5769326" y="1024661"/>
                <a:ext cx="702424" cy="7748"/>
              </a:xfrm>
              <a:custGeom>
                <a:avLst/>
                <a:gdLst/>
                <a:ahLst/>
                <a:cxnLst/>
                <a:rect l="l" t="t" r="r" b="b"/>
                <a:pathLst>
                  <a:path w="702034" h="7744" extrusionOk="0">
                    <a:moveTo>
                      <a:pt x="0" y="0"/>
                    </a:moveTo>
                    <a:lnTo>
                      <a:pt x="702035" y="0"/>
                    </a:lnTo>
                    <a:lnTo>
                      <a:pt x="702035"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0" name="Google Shape;20;p2"/>
              <p:cNvSpPr/>
              <p:nvPr/>
            </p:nvSpPr>
            <p:spPr>
              <a:xfrm rot="-2700000">
                <a:off x="5784198" y="1055691"/>
                <a:ext cx="734728" cy="7748"/>
              </a:xfrm>
              <a:custGeom>
                <a:avLst/>
                <a:gdLst/>
                <a:ahLst/>
                <a:cxnLst/>
                <a:rect l="l" t="t" r="r" b="b"/>
                <a:pathLst>
                  <a:path w="734320" h="7744" extrusionOk="0">
                    <a:moveTo>
                      <a:pt x="0" y="0"/>
                    </a:moveTo>
                    <a:lnTo>
                      <a:pt x="734321" y="0"/>
                    </a:lnTo>
                    <a:lnTo>
                      <a:pt x="734321"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1" name="Google Shape;21;p2"/>
              <p:cNvSpPr/>
              <p:nvPr/>
            </p:nvSpPr>
            <p:spPr>
              <a:xfrm rot="-2700000">
                <a:off x="5805428" y="1086697"/>
                <a:ext cx="754363" cy="7748"/>
              </a:xfrm>
              <a:custGeom>
                <a:avLst/>
                <a:gdLst/>
                <a:ahLst/>
                <a:cxnLst/>
                <a:rect l="l" t="t" r="r" b="b"/>
                <a:pathLst>
                  <a:path w="753944" h="7744" extrusionOk="0">
                    <a:moveTo>
                      <a:pt x="0" y="0"/>
                    </a:moveTo>
                    <a:lnTo>
                      <a:pt x="753945" y="0"/>
                    </a:lnTo>
                    <a:lnTo>
                      <a:pt x="753945"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2" name="Google Shape;22;p2"/>
              <p:cNvSpPr/>
              <p:nvPr/>
            </p:nvSpPr>
            <p:spPr>
              <a:xfrm rot="-2700000">
                <a:off x="5831726" y="1117756"/>
                <a:ext cx="763825" cy="7748"/>
              </a:xfrm>
              <a:custGeom>
                <a:avLst/>
                <a:gdLst/>
                <a:ahLst/>
                <a:cxnLst/>
                <a:rect l="l" t="t" r="r" b="b"/>
                <a:pathLst>
                  <a:path w="763400" h="7744" extrusionOk="0">
                    <a:moveTo>
                      <a:pt x="0" y="0"/>
                    </a:moveTo>
                    <a:lnTo>
                      <a:pt x="763400" y="0"/>
                    </a:lnTo>
                    <a:lnTo>
                      <a:pt x="763400"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3" name="Google Shape;23;p2"/>
              <p:cNvSpPr/>
              <p:nvPr/>
            </p:nvSpPr>
            <p:spPr>
              <a:xfrm rot="-2700000">
                <a:off x="5862935" y="1148767"/>
                <a:ext cx="763491" cy="7748"/>
              </a:xfrm>
              <a:custGeom>
                <a:avLst/>
                <a:gdLst/>
                <a:ahLst/>
                <a:cxnLst/>
                <a:rect l="l" t="t" r="r" b="b"/>
                <a:pathLst>
                  <a:path w="763067" h="7744" extrusionOk="0">
                    <a:moveTo>
                      <a:pt x="0" y="0"/>
                    </a:moveTo>
                    <a:lnTo>
                      <a:pt x="763067" y="0"/>
                    </a:lnTo>
                    <a:lnTo>
                      <a:pt x="763067"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4" name="Google Shape;24;p2"/>
              <p:cNvSpPr/>
              <p:nvPr/>
            </p:nvSpPr>
            <p:spPr>
              <a:xfrm rot="-2700000">
                <a:off x="5899030" y="1179813"/>
                <a:ext cx="753318" cy="7748"/>
              </a:xfrm>
              <a:custGeom>
                <a:avLst/>
                <a:gdLst/>
                <a:ahLst/>
                <a:cxnLst/>
                <a:rect l="l" t="t" r="r" b="b"/>
                <a:pathLst>
                  <a:path w="752899" h="7744" extrusionOk="0">
                    <a:moveTo>
                      <a:pt x="0" y="0"/>
                    </a:moveTo>
                    <a:lnTo>
                      <a:pt x="752899" y="0"/>
                    </a:lnTo>
                    <a:lnTo>
                      <a:pt x="752899"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5" name="Google Shape;25;p2"/>
              <p:cNvSpPr/>
              <p:nvPr/>
            </p:nvSpPr>
            <p:spPr>
              <a:xfrm rot="-2700000">
                <a:off x="5940505" y="1210827"/>
                <a:ext cx="732447" cy="7748"/>
              </a:xfrm>
              <a:custGeom>
                <a:avLst/>
                <a:gdLst/>
                <a:ahLst/>
                <a:cxnLst/>
                <a:rect l="l" t="t" r="r" b="b"/>
                <a:pathLst>
                  <a:path w="732040" h="7744" extrusionOk="0">
                    <a:moveTo>
                      <a:pt x="0" y="0"/>
                    </a:moveTo>
                    <a:lnTo>
                      <a:pt x="732040" y="0"/>
                    </a:lnTo>
                    <a:lnTo>
                      <a:pt x="732040"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6" name="Google Shape;26;p2"/>
              <p:cNvSpPr/>
              <p:nvPr/>
            </p:nvSpPr>
            <p:spPr>
              <a:xfrm rot="-2700000">
                <a:off x="5988188" y="1241885"/>
                <a:ext cx="699121" cy="7748"/>
              </a:xfrm>
              <a:custGeom>
                <a:avLst/>
                <a:gdLst/>
                <a:ahLst/>
                <a:cxnLst/>
                <a:rect l="l" t="t" r="r" b="b"/>
                <a:pathLst>
                  <a:path w="698732" h="7744" extrusionOk="0">
                    <a:moveTo>
                      <a:pt x="0" y="0"/>
                    </a:moveTo>
                    <a:lnTo>
                      <a:pt x="698732" y="0"/>
                    </a:lnTo>
                    <a:lnTo>
                      <a:pt x="698732"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7" name="Google Shape;27;p2"/>
              <p:cNvSpPr/>
              <p:nvPr/>
            </p:nvSpPr>
            <p:spPr>
              <a:xfrm rot="-2700000">
                <a:off x="6042266" y="1272930"/>
                <a:ext cx="652981" cy="7748"/>
              </a:xfrm>
              <a:custGeom>
                <a:avLst/>
                <a:gdLst/>
                <a:ahLst/>
                <a:cxnLst/>
                <a:rect l="l" t="t" r="r" b="b"/>
                <a:pathLst>
                  <a:path w="652618" h="7744" extrusionOk="0">
                    <a:moveTo>
                      <a:pt x="0" y="0"/>
                    </a:moveTo>
                    <a:lnTo>
                      <a:pt x="652619" y="0"/>
                    </a:lnTo>
                    <a:lnTo>
                      <a:pt x="652619"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8" name="Google Shape;28;p2"/>
              <p:cNvSpPr/>
              <p:nvPr/>
            </p:nvSpPr>
            <p:spPr>
              <a:xfrm rot="-2700000">
                <a:off x="6104206" y="1303969"/>
                <a:ext cx="591130" cy="7748"/>
              </a:xfrm>
              <a:custGeom>
                <a:avLst/>
                <a:gdLst/>
                <a:ahLst/>
                <a:cxnLst/>
                <a:rect l="l" t="t" r="r" b="b"/>
                <a:pathLst>
                  <a:path w="590801" h="7744" extrusionOk="0">
                    <a:moveTo>
                      <a:pt x="0" y="0"/>
                    </a:moveTo>
                    <a:lnTo>
                      <a:pt x="590802" y="0"/>
                    </a:lnTo>
                    <a:lnTo>
                      <a:pt x="590802"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29" name="Google Shape;29;p2"/>
              <p:cNvSpPr/>
              <p:nvPr/>
            </p:nvSpPr>
            <p:spPr>
              <a:xfrm rot="-2700000">
                <a:off x="6178237" y="1335005"/>
                <a:ext cx="505104" cy="7748"/>
              </a:xfrm>
              <a:custGeom>
                <a:avLst/>
                <a:gdLst/>
                <a:ahLst/>
                <a:cxnLst/>
                <a:rect l="l" t="t" r="r" b="b"/>
                <a:pathLst>
                  <a:path w="504823" h="7744" extrusionOk="0">
                    <a:moveTo>
                      <a:pt x="0" y="0"/>
                    </a:moveTo>
                    <a:lnTo>
                      <a:pt x="504824" y="0"/>
                    </a:lnTo>
                    <a:lnTo>
                      <a:pt x="504824"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30" name="Google Shape;30;p2"/>
              <p:cNvSpPr/>
              <p:nvPr/>
            </p:nvSpPr>
            <p:spPr>
              <a:xfrm rot="-2700000">
                <a:off x="6270208" y="1366048"/>
                <a:ext cx="383184" cy="7748"/>
              </a:xfrm>
              <a:custGeom>
                <a:avLst/>
                <a:gdLst/>
                <a:ahLst/>
                <a:cxnLst/>
                <a:rect l="l" t="t" r="r" b="b"/>
                <a:pathLst>
                  <a:path w="382971" h="7744" extrusionOk="0">
                    <a:moveTo>
                      <a:pt x="0" y="0"/>
                    </a:moveTo>
                    <a:lnTo>
                      <a:pt x="382971" y="0"/>
                    </a:lnTo>
                    <a:lnTo>
                      <a:pt x="382971"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31" name="Google Shape;31;p2"/>
              <p:cNvSpPr/>
              <p:nvPr/>
            </p:nvSpPr>
            <p:spPr>
              <a:xfrm rot="-2700000">
                <a:off x="6416005" y="1397129"/>
                <a:ext cx="153534" cy="7748"/>
              </a:xfrm>
              <a:custGeom>
                <a:avLst/>
                <a:gdLst/>
                <a:ahLst/>
                <a:cxnLst/>
                <a:rect l="l" t="t" r="r" b="b"/>
                <a:pathLst>
                  <a:path w="153449" h="7744" extrusionOk="0">
                    <a:moveTo>
                      <a:pt x="0" y="0"/>
                    </a:moveTo>
                    <a:lnTo>
                      <a:pt x="153450" y="0"/>
                    </a:lnTo>
                    <a:lnTo>
                      <a:pt x="153450" y="7745"/>
                    </a:lnTo>
                    <a:lnTo>
                      <a:pt x="0" y="77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sp>
          <p:nvSpPr>
            <p:cNvPr id="32" name="Google Shape;32;p2"/>
            <p:cNvSpPr/>
            <p:nvPr/>
          </p:nvSpPr>
          <p:spPr>
            <a:xfrm>
              <a:off x="364900" y="3997172"/>
              <a:ext cx="1615127" cy="1727258"/>
            </a:xfrm>
            <a:custGeom>
              <a:avLst/>
              <a:gdLst/>
              <a:ahLst/>
              <a:cxnLst/>
              <a:rect l="l" t="t" r="r" b="b"/>
              <a:pathLst>
                <a:path w="1281847" h="1370840" extrusionOk="0">
                  <a:moveTo>
                    <a:pt x="66614" y="501867"/>
                  </a:moveTo>
                  <a:cubicBezTo>
                    <a:pt x="91678" y="533179"/>
                    <a:pt x="121493" y="558244"/>
                    <a:pt x="154160" y="576941"/>
                  </a:cubicBezTo>
                  <a:cubicBezTo>
                    <a:pt x="244842" y="628827"/>
                    <a:pt x="297418" y="726352"/>
                    <a:pt x="288224" y="830433"/>
                  </a:cubicBezTo>
                  <a:cubicBezTo>
                    <a:pt x="275894" y="970151"/>
                    <a:pt x="322221" y="1114977"/>
                    <a:pt x="430864" y="1224808"/>
                  </a:cubicBezTo>
                  <a:cubicBezTo>
                    <a:pt x="603937" y="1399758"/>
                    <a:pt x="886176" y="1420023"/>
                    <a:pt x="1082770" y="1272014"/>
                  </a:cubicBezTo>
                  <a:cubicBezTo>
                    <a:pt x="1313028" y="1098679"/>
                    <a:pt x="1347880" y="770279"/>
                    <a:pt x="1164638" y="552874"/>
                  </a:cubicBezTo>
                  <a:cubicBezTo>
                    <a:pt x="1075904" y="447581"/>
                    <a:pt x="952864" y="388448"/>
                    <a:pt x="825714" y="377853"/>
                  </a:cubicBezTo>
                  <a:cubicBezTo>
                    <a:pt x="722606" y="369276"/>
                    <a:pt x="633539" y="303967"/>
                    <a:pt x="599328" y="206324"/>
                  </a:cubicBezTo>
                  <a:cubicBezTo>
                    <a:pt x="587307" y="172041"/>
                    <a:pt x="568966" y="139303"/>
                    <a:pt x="544140" y="109844"/>
                  </a:cubicBezTo>
                  <a:cubicBezTo>
                    <a:pt x="431576" y="-23697"/>
                    <a:pt x="230042" y="-37951"/>
                    <a:pt x="99708" y="80694"/>
                  </a:cubicBezTo>
                  <a:cubicBezTo>
                    <a:pt x="-19080" y="188838"/>
                    <a:pt x="-33762" y="376451"/>
                    <a:pt x="66614" y="50186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nvGrpSpPr>
            <p:cNvPr id="33" name="Google Shape;33;p2"/>
            <p:cNvGrpSpPr/>
            <p:nvPr/>
          </p:nvGrpSpPr>
          <p:grpSpPr>
            <a:xfrm>
              <a:off x="402612" y="3750736"/>
              <a:ext cx="1527257" cy="1800631"/>
              <a:chOff x="748471" y="3002789"/>
              <a:chExt cx="1212782" cy="1429866"/>
            </a:xfrm>
          </p:grpSpPr>
          <p:sp>
            <p:nvSpPr>
              <p:cNvPr id="34" name="Google Shape;34;p2"/>
              <p:cNvSpPr/>
              <p:nvPr/>
            </p:nvSpPr>
            <p:spPr>
              <a:xfrm rot="-4699508">
                <a:off x="1361376" y="4267950"/>
                <a:ext cx="8986" cy="266651"/>
              </a:xfrm>
              <a:custGeom>
                <a:avLst/>
                <a:gdLst/>
                <a:ahLst/>
                <a:cxnLst/>
                <a:rect l="l" t="t" r="r" b="b"/>
                <a:pathLst>
                  <a:path w="8980" h="266464" extrusionOk="0">
                    <a:moveTo>
                      <a:pt x="0" y="0"/>
                    </a:moveTo>
                    <a:lnTo>
                      <a:pt x="8980" y="0"/>
                    </a:lnTo>
                    <a:lnTo>
                      <a:pt x="8980" y="266464"/>
                    </a:lnTo>
                    <a:lnTo>
                      <a:pt x="0" y="2664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35" name="Google Shape;35;p2"/>
              <p:cNvSpPr/>
              <p:nvPr/>
            </p:nvSpPr>
            <p:spPr>
              <a:xfrm rot="-4699508">
                <a:off x="1372544" y="4089133"/>
                <a:ext cx="8986" cy="518610"/>
              </a:xfrm>
              <a:custGeom>
                <a:avLst/>
                <a:gdLst/>
                <a:ahLst/>
                <a:cxnLst/>
                <a:rect l="l" t="t" r="r" b="b"/>
                <a:pathLst>
                  <a:path w="8980" h="518246" extrusionOk="0">
                    <a:moveTo>
                      <a:pt x="0" y="0"/>
                    </a:moveTo>
                    <a:lnTo>
                      <a:pt x="8980" y="0"/>
                    </a:lnTo>
                    <a:lnTo>
                      <a:pt x="8980" y="518246"/>
                    </a:lnTo>
                    <a:lnTo>
                      <a:pt x="0" y="51824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36" name="Google Shape;36;p2"/>
              <p:cNvSpPr/>
              <p:nvPr/>
            </p:nvSpPr>
            <p:spPr>
              <a:xfrm rot="-4699508">
                <a:off x="1383390" y="3963077"/>
                <a:ext cx="8986" cy="664655"/>
              </a:xfrm>
              <a:custGeom>
                <a:avLst/>
                <a:gdLst/>
                <a:ahLst/>
                <a:cxnLst/>
                <a:rect l="l" t="t" r="r" b="b"/>
                <a:pathLst>
                  <a:path w="8980" h="664188" extrusionOk="0">
                    <a:moveTo>
                      <a:pt x="0" y="0"/>
                    </a:moveTo>
                    <a:lnTo>
                      <a:pt x="8980" y="0"/>
                    </a:lnTo>
                    <a:lnTo>
                      <a:pt x="8980" y="664189"/>
                    </a:lnTo>
                    <a:lnTo>
                      <a:pt x="0" y="66418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37" name="Google Shape;37;p2"/>
              <p:cNvSpPr/>
              <p:nvPr/>
            </p:nvSpPr>
            <p:spPr>
              <a:xfrm rot="-4699508">
                <a:off x="1393887" y="3858354"/>
                <a:ext cx="8986" cy="767977"/>
              </a:xfrm>
              <a:custGeom>
                <a:avLst/>
                <a:gdLst/>
                <a:ahLst/>
                <a:cxnLst/>
                <a:rect l="l" t="t" r="r" b="b"/>
                <a:pathLst>
                  <a:path w="8980" h="767438" extrusionOk="0">
                    <a:moveTo>
                      <a:pt x="0" y="0"/>
                    </a:moveTo>
                    <a:lnTo>
                      <a:pt x="8980" y="0"/>
                    </a:lnTo>
                    <a:lnTo>
                      <a:pt x="8980" y="767439"/>
                    </a:lnTo>
                    <a:lnTo>
                      <a:pt x="0" y="76743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38" name="Google Shape;38;p2"/>
              <p:cNvSpPr/>
              <p:nvPr/>
            </p:nvSpPr>
            <p:spPr>
              <a:xfrm rot="-4699508">
                <a:off x="1405026" y="3766465"/>
                <a:ext cx="8986" cy="845957"/>
              </a:xfrm>
              <a:custGeom>
                <a:avLst/>
                <a:gdLst/>
                <a:ahLst/>
                <a:cxnLst/>
                <a:rect l="l" t="t" r="r" b="b"/>
                <a:pathLst>
                  <a:path w="8980" h="845363" extrusionOk="0">
                    <a:moveTo>
                      <a:pt x="0" y="0"/>
                    </a:moveTo>
                    <a:lnTo>
                      <a:pt x="8980" y="0"/>
                    </a:lnTo>
                    <a:lnTo>
                      <a:pt x="8980" y="845363"/>
                    </a:lnTo>
                    <a:lnTo>
                      <a:pt x="0" y="8453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39" name="Google Shape;39;p2"/>
              <p:cNvSpPr/>
              <p:nvPr/>
            </p:nvSpPr>
            <p:spPr>
              <a:xfrm rot="-4699508">
                <a:off x="1416186" y="3684056"/>
                <a:ext cx="8986" cy="904823"/>
              </a:xfrm>
              <a:custGeom>
                <a:avLst/>
                <a:gdLst/>
                <a:ahLst/>
                <a:cxnLst/>
                <a:rect l="l" t="t" r="r" b="b"/>
                <a:pathLst>
                  <a:path w="8980" h="904187" extrusionOk="0">
                    <a:moveTo>
                      <a:pt x="0" y="0"/>
                    </a:moveTo>
                    <a:lnTo>
                      <a:pt x="8980" y="0"/>
                    </a:lnTo>
                    <a:lnTo>
                      <a:pt x="8980" y="904187"/>
                    </a:lnTo>
                    <a:lnTo>
                      <a:pt x="0" y="9041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0" name="Google Shape;40;p2"/>
              <p:cNvSpPr/>
              <p:nvPr/>
            </p:nvSpPr>
            <p:spPr>
              <a:xfrm rot="-4699508">
                <a:off x="1427099" y="3609884"/>
                <a:ext cx="8986" cy="947235"/>
              </a:xfrm>
              <a:custGeom>
                <a:avLst/>
                <a:gdLst/>
                <a:ahLst/>
                <a:cxnLst/>
                <a:rect l="l" t="t" r="r" b="b"/>
                <a:pathLst>
                  <a:path w="8980" h="946570" extrusionOk="0">
                    <a:moveTo>
                      <a:pt x="0" y="0"/>
                    </a:moveTo>
                    <a:lnTo>
                      <a:pt x="8980" y="0"/>
                    </a:lnTo>
                    <a:lnTo>
                      <a:pt x="8980" y="946571"/>
                    </a:lnTo>
                    <a:lnTo>
                      <a:pt x="0" y="94657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1" name="Google Shape;41;p2"/>
              <p:cNvSpPr/>
              <p:nvPr/>
            </p:nvSpPr>
            <p:spPr>
              <a:xfrm rot="-4699508">
                <a:off x="1437988" y="3542767"/>
                <a:ext cx="8986" cy="975479"/>
              </a:xfrm>
              <a:custGeom>
                <a:avLst/>
                <a:gdLst/>
                <a:ahLst/>
                <a:cxnLst/>
                <a:rect l="l" t="t" r="r" b="b"/>
                <a:pathLst>
                  <a:path w="8980" h="974794" extrusionOk="0">
                    <a:moveTo>
                      <a:pt x="0" y="0"/>
                    </a:moveTo>
                    <a:lnTo>
                      <a:pt x="8980" y="0"/>
                    </a:lnTo>
                    <a:lnTo>
                      <a:pt x="8980" y="974795"/>
                    </a:lnTo>
                    <a:lnTo>
                      <a:pt x="0" y="97479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2" name="Google Shape;42;p2"/>
              <p:cNvSpPr/>
              <p:nvPr/>
            </p:nvSpPr>
            <p:spPr>
              <a:xfrm rot="-4699508">
                <a:off x="1448937" y="3481869"/>
                <a:ext cx="8986" cy="991336"/>
              </a:xfrm>
              <a:custGeom>
                <a:avLst/>
                <a:gdLst/>
                <a:ahLst/>
                <a:cxnLst/>
                <a:rect l="l" t="t" r="r" b="b"/>
                <a:pathLst>
                  <a:path w="8980" h="990640" extrusionOk="0">
                    <a:moveTo>
                      <a:pt x="0" y="0"/>
                    </a:moveTo>
                    <a:lnTo>
                      <a:pt x="8980" y="0"/>
                    </a:lnTo>
                    <a:lnTo>
                      <a:pt x="8980" y="990641"/>
                    </a:lnTo>
                    <a:lnTo>
                      <a:pt x="0" y="99064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3" name="Google Shape;43;p2"/>
              <p:cNvSpPr/>
              <p:nvPr/>
            </p:nvSpPr>
            <p:spPr>
              <a:xfrm rot="-4699508">
                <a:off x="1459572" y="3426460"/>
                <a:ext cx="8986" cy="996044"/>
              </a:xfrm>
              <a:custGeom>
                <a:avLst/>
                <a:gdLst/>
                <a:ahLst/>
                <a:cxnLst/>
                <a:rect l="l" t="t" r="r" b="b"/>
                <a:pathLst>
                  <a:path w="8980" h="995344" extrusionOk="0">
                    <a:moveTo>
                      <a:pt x="0" y="0"/>
                    </a:moveTo>
                    <a:lnTo>
                      <a:pt x="8980" y="0"/>
                    </a:lnTo>
                    <a:lnTo>
                      <a:pt x="8980" y="995344"/>
                    </a:lnTo>
                    <a:lnTo>
                      <a:pt x="0" y="9953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4" name="Google Shape;44;p2"/>
              <p:cNvSpPr/>
              <p:nvPr/>
            </p:nvSpPr>
            <p:spPr>
              <a:xfrm rot="-4699508">
                <a:off x="1465175" y="3370731"/>
                <a:ext cx="8986" cy="999325"/>
              </a:xfrm>
              <a:custGeom>
                <a:avLst/>
                <a:gdLst/>
                <a:ahLst/>
                <a:cxnLst/>
                <a:rect l="l" t="t" r="r" b="b"/>
                <a:pathLst>
                  <a:path w="8980" h="998623" extrusionOk="0">
                    <a:moveTo>
                      <a:pt x="0" y="0"/>
                    </a:moveTo>
                    <a:lnTo>
                      <a:pt x="8980" y="0"/>
                    </a:lnTo>
                    <a:lnTo>
                      <a:pt x="8980" y="998623"/>
                    </a:lnTo>
                    <a:lnTo>
                      <a:pt x="0" y="9986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5" name="Google Shape;45;p2"/>
              <p:cNvSpPr/>
              <p:nvPr/>
            </p:nvSpPr>
            <p:spPr>
              <a:xfrm rot="-4699508">
                <a:off x="1462102" y="3310351"/>
                <a:ext cx="8986" cy="1008359"/>
              </a:xfrm>
              <a:custGeom>
                <a:avLst/>
                <a:gdLst/>
                <a:ahLst/>
                <a:cxnLst/>
                <a:rect l="l" t="t" r="r" b="b"/>
                <a:pathLst>
                  <a:path w="8980" h="1007651" extrusionOk="0">
                    <a:moveTo>
                      <a:pt x="0" y="0"/>
                    </a:moveTo>
                    <a:lnTo>
                      <a:pt x="8980" y="0"/>
                    </a:lnTo>
                    <a:lnTo>
                      <a:pt x="8980" y="1007651"/>
                    </a:lnTo>
                    <a:lnTo>
                      <a:pt x="0" y="100765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6" name="Google Shape;46;p2"/>
              <p:cNvSpPr/>
              <p:nvPr/>
            </p:nvSpPr>
            <p:spPr>
              <a:xfrm rot="-4699508">
                <a:off x="1448045" y="3242748"/>
                <a:ext cx="8986" cy="1027236"/>
              </a:xfrm>
              <a:custGeom>
                <a:avLst/>
                <a:gdLst/>
                <a:ahLst/>
                <a:cxnLst/>
                <a:rect l="l" t="t" r="r" b="b"/>
                <a:pathLst>
                  <a:path w="8980" h="1026514" extrusionOk="0">
                    <a:moveTo>
                      <a:pt x="0" y="0"/>
                    </a:moveTo>
                    <a:lnTo>
                      <a:pt x="8980" y="0"/>
                    </a:lnTo>
                    <a:lnTo>
                      <a:pt x="8980" y="1026514"/>
                    </a:lnTo>
                    <a:lnTo>
                      <a:pt x="0" y="10265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7" name="Google Shape;47;p2"/>
              <p:cNvSpPr/>
              <p:nvPr/>
            </p:nvSpPr>
            <p:spPr>
              <a:xfrm rot="-4699508">
                <a:off x="1417703" y="3162117"/>
                <a:ext cx="8986" cy="1065535"/>
              </a:xfrm>
              <a:custGeom>
                <a:avLst/>
                <a:gdLst/>
                <a:ahLst/>
                <a:cxnLst/>
                <a:rect l="l" t="t" r="r" b="b"/>
                <a:pathLst>
                  <a:path w="8980" h="1064787" extrusionOk="0">
                    <a:moveTo>
                      <a:pt x="0" y="0"/>
                    </a:moveTo>
                    <a:lnTo>
                      <a:pt x="8980" y="0"/>
                    </a:lnTo>
                    <a:lnTo>
                      <a:pt x="8980" y="1064788"/>
                    </a:lnTo>
                    <a:lnTo>
                      <a:pt x="0" y="106478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8" name="Google Shape;48;p2"/>
              <p:cNvSpPr/>
              <p:nvPr/>
            </p:nvSpPr>
            <p:spPr>
              <a:xfrm rot="-4699508">
                <a:off x="1368346" y="3067115"/>
                <a:ext cx="8986" cy="1124639"/>
              </a:xfrm>
              <a:custGeom>
                <a:avLst/>
                <a:gdLst/>
                <a:ahLst/>
                <a:cxnLst/>
                <a:rect l="l" t="t" r="r" b="b"/>
                <a:pathLst>
                  <a:path w="8980" h="1123849" extrusionOk="0">
                    <a:moveTo>
                      <a:pt x="0" y="0"/>
                    </a:moveTo>
                    <a:lnTo>
                      <a:pt x="8980" y="0"/>
                    </a:lnTo>
                    <a:lnTo>
                      <a:pt x="8980" y="1123849"/>
                    </a:lnTo>
                    <a:lnTo>
                      <a:pt x="0" y="11238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49" name="Google Shape;49;p2"/>
              <p:cNvSpPr/>
              <p:nvPr/>
            </p:nvSpPr>
            <p:spPr>
              <a:xfrm rot="-4699508">
                <a:off x="1331620" y="2998359"/>
                <a:ext cx="8986" cy="1136478"/>
              </a:xfrm>
              <a:custGeom>
                <a:avLst/>
                <a:gdLst/>
                <a:ahLst/>
                <a:cxnLst/>
                <a:rect l="l" t="t" r="r" b="b"/>
                <a:pathLst>
                  <a:path w="8980" h="1135680" extrusionOk="0">
                    <a:moveTo>
                      <a:pt x="0" y="0"/>
                    </a:moveTo>
                    <a:lnTo>
                      <a:pt x="8980" y="0"/>
                    </a:lnTo>
                    <a:lnTo>
                      <a:pt x="8980" y="1135680"/>
                    </a:lnTo>
                    <a:lnTo>
                      <a:pt x="0" y="11356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0" name="Google Shape;50;p2"/>
              <p:cNvSpPr/>
              <p:nvPr/>
            </p:nvSpPr>
            <p:spPr>
              <a:xfrm rot="-4699508">
                <a:off x="1298919" y="2947741"/>
                <a:ext cx="8986" cy="1113726"/>
              </a:xfrm>
              <a:custGeom>
                <a:avLst/>
                <a:gdLst/>
                <a:ahLst/>
                <a:cxnLst/>
                <a:rect l="l" t="t" r="r" b="b"/>
                <a:pathLst>
                  <a:path w="8980" h="1112944" extrusionOk="0">
                    <a:moveTo>
                      <a:pt x="0" y="0"/>
                    </a:moveTo>
                    <a:lnTo>
                      <a:pt x="8980" y="0"/>
                    </a:lnTo>
                    <a:lnTo>
                      <a:pt x="8980" y="1112944"/>
                    </a:lnTo>
                    <a:lnTo>
                      <a:pt x="0" y="11129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1" name="Google Shape;51;p2"/>
              <p:cNvSpPr/>
              <p:nvPr/>
            </p:nvSpPr>
            <p:spPr>
              <a:xfrm rot="-4699508">
                <a:off x="1259905" y="2915413"/>
                <a:ext cx="8986" cy="1051795"/>
              </a:xfrm>
              <a:custGeom>
                <a:avLst/>
                <a:gdLst/>
                <a:ahLst/>
                <a:cxnLst/>
                <a:rect l="l" t="t" r="r" b="b"/>
                <a:pathLst>
                  <a:path w="8980" h="1051056" extrusionOk="0">
                    <a:moveTo>
                      <a:pt x="0" y="0"/>
                    </a:moveTo>
                    <a:lnTo>
                      <a:pt x="8980" y="0"/>
                    </a:lnTo>
                    <a:lnTo>
                      <a:pt x="8980" y="1051056"/>
                    </a:lnTo>
                    <a:lnTo>
                      <a:pt x="0" y="105105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2" name="Google Shape;52;p2"/>
              <p:cNvSpPr/>
              <p:nvPr/>
            </p:nvSpPr>
            <p:spPr>
              <a:xfrm rot="-4699508">
                <a:off x="1177927" y="2928540"/>
                <a:ext cx="8986" cy="881167"/>
              </a:xfrm>
              <a:custGeom>
                <a:avLst/>
                <a:gdLst/>
                <a:ahLst/>
                <a:cxnLst/>
                <a:rect l="l" t="t" r="r" b="b"/>
                <a:pathLst>
                  <a:path w="8980" h="880548" extrusionOk="0">
                    <a:moveTo>
                      <a:pt x="0" y="0"/>
                    </a:moveTo>
                    <a:lnTo>
                      <a:pt x="8980" y="0"/>
                    </a:lnTo>
                    <a:lnTo>
                      <a:pt x="8980" y="880548"/>
                    </a:lnTo>
                    <a:lnTo>
                      <a:pt x="0" y="8805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3" name="Google Shape;53;p2"/>
              <p:cNvSpPr/>
              <p:nvPr/>
            </p:nvSpPr>
            <p:spPr>
              <a:xfrm rot="-4699508">
                <a:off x="1085261" y="2959715"/>
                <a:ext cx="8986" cy="670052"/>
              </a:xfrm>
              <a:custGeom>
                <a:avLst/>
                <a:gdLst/>
                <a:ahLst/>
                <a:cxnLst/>
                <a:rect l="l" t="t" r="r" b="b"/>
                <a:pathLst>
                  <a:path w="8980" h="669581" extrusionOk="0">
                    <a:moveTo>
                      <a:pt x="0" y="0"/>
                    </a:moveTo>
                    <a:lnTo>
                      <a:pt x="8980" y="0"/>
                    </a:lnTo>
                    <a:lnTo>
                      <a:pt x="8980" y="669582"/>
                    </a:lnTo>
                    <a:lnTo>
                      <a:pt x="0" y="66958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4" name="Google Shape;54;p2"/>
              <p:cNvSpPr/>
              <p:nvPr/>
            </p:nvSpPr>
            <p:spPr>
              <a:xfrm rot="-4699508">
                <a:off x="1074339" y="2933977"/>
                <a:ext cx="8986" cy="606527"/>
              </a:xfrm>
              <a:custGeom>
                <a:avLst/>
                <a:gdLst/>
                <a:ahLst/>
                <a:cxnLst/>
                <a:rect l="l" t="t" r="r" b="b"/>
                <a:pathLst>
                  <a:path w="8980" h="606101" extrusionOk="0">
                    <a:moveTo>
                      <a:pt x="0" y="0"/>
                    </a:moveTo>
                    <a:lnTo>
                      <a:pt x="8980" y="0"/>
                    </a:lnTo>
                    <a:lnTo>
                      <a:pt x="8980" y="606101"/>
                    </a:lnTo>
                    <a:lnTo>
                      <a:pt x="0" y="60610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5" name="Google Shape;55;p2"/>
              <p:cNvSpPr/>
              <p:nvPr/>
            </p:nvSpPr>
            <p:spPr>
              <a:xfrm rot="-4699508">
                <a:off x="1079789" y="2905280"/>
                <a:ext cx="8986" cy="555626"/>
              </a:xfrm>
              <a:custGeom>
                <a:avLst/>
                <a:gdLst/>
                <a:ahLst/>
                <a:cxnLst/>
                <a:rect l="l" t="t" r="r" b="b"/>
                <a:pathLst>
                  <a:path w="8980" h="555236" extrusionOk="0">
                    <a:moveTo>
                      <a:pt x="0" y="0"/>
                    </a:moveTo>
                    <a:lnTo>
                      <a:pt x="8980" y="0"/>
                    </a:lnTo>
                    <a:lnTo>
                      <a:pt x="8980" y="555237"/>
                    </a:lnTo>
                    <a:lnTo>
                      <a:pt x="0" y="5552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6" name="Google Shape;56;p2"/>
              <p:cNvSpPr/>
              <p:nvPr/>
            </p:nvSpPr>
            <p:spPr>
              <a:xfrm rot="-4699508">
                <a:off x="1090547" y="2885717"/>
                <a:ext cx="8986" cy="488726"/>
              </a:xfrm>
              <a:custGeom>
                <a:avLst/>
                <a:gdLst/>
                <a:ahLst/>
                <a:cxnLst/>
                <a:rect l="l" t="t" r="r" b="b"/>
                <a:pathLst>
                  <a:path w="8980" h="488383" extrusionOk="0">
                    <a:moveTo>
                      <a:pt x="0" y="0"/>
                    </a:moveTo>
                    <a:lnTo>
                      <a:pt x="8980" y="0"/>
                    </a:lnTo>
                    <a:lnTo>
                      <a:pt x="8980" y="488383"/>
                    </a:lnTo>
                    <a:lnTo>
                      <a:pt x="0" y="4883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7" name="Google Shape;57;p2"/>
              <p:cNvSpPr/>
              <p:nvPr/>
            </p:nvSpPr>
            <p:spPr>
              <a:xfrm rot="-4699508">
                <a:off x="1101685" y="2886719"/>
                <a:ext cx="8986" cy="380838"/>
              </a:xfrm>
              <a:custGeom>
                <a:avLst/>
                <a:gdLst/>
                <a:ahLst/>
                <a:cxnLst/>
                <a:rect l="l" t="t" r="r" b="b"/>
                <a:pathLst>
                  <a:path w="8980" h="380571" extrusionOk="0">
                    <a:moveTo>
                      <a:pt x="0" y="0"/>
                    </a:moveTo>
                    <a:lnTo>
                      <a:pt x="8980" y="0"/>
                    </a:lnTo>
                    <a:lnTo>
                      <a:pt x="8980" y="380572"/>
                    </a:lnTo>
                    <a:lnTo>
                      <a:pt x="0" y="38057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8" name="Google Shape;58;p2"/>
              <p:cNvSpPr/>
              <p:nvPr/>
            </p:nvSpPr>
            <p:spPr>
              <a:xfrm rot="-4699508">
                <a:off x="1113059" y="2940041"/>
                <a:ext cx="8986" cy="168368"/>
              </a:xfrm>
              <a:custGeom>
                <a:avLst/>
                <a:gdLst/>
                <a:ahLst/>
                <a:cxnLst/>
                <a:rect l="l" t="t" r="r" b="b"/>
                <a:pathLst>
                  <a:path w="8980" h="168250" extrusionOk="0">
                    <a:moveTo>
                      <a:pt x="0" y="0"/>
                    </a:moveTo>
                    <a:lnTo>
                      <a:pt x="8980" y="0"/>
                    </a:lnTo>
                    <a:lnTo>
                      <a:pt x="8980" y="168250"/>
                    </a:lnTo>
                    <a:lnTo>
                      <a:pt x="0" y="168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grpSp>
        <p:nvGrpSpPr>
          <p:cNvPr id="59" name="Google Shape;59;p2"/>
          <p:cNvGrpSpPr/>
          <p:nvPr/>
        </p:nvGrpSpPr>
        <p:grpSpPr>
          <a:xfrm>
            <a:off x="-173153" y="114306"/>
            <a:ext cx="7472377" cy="2783302"/>
            <a:chOff x="-173153" y="114306"/>
            <a:chExt cx="7472377" cy="2783302"/>
          </a:xfrm>
        </p:grpSpPr>
        <p:sp>
          <p:nvSpPr>
            <p:cNvPr id="60" name="Google Shape;60;p2"/>
            <p:cNvSpPr/>
            <p:nvPr/>
          </p:nvSpPr>
          <p:spPr>
            <a:xfrm>
              <a:off x="-173153" y="1882706"/>
              <a:ext cx="1014837" cy="1014902"/>
            </a:xfrm>
            <a:custGeom>
              <a:avLst/>
              <a:gdLst/>
              <a:ahLst/>
              <a:cxnLst/>
              <a:rect l="l" t="t" r="r" b="b"/>
              <a:pathLst>
                <a:path w="1014837" h="1014902" extrusionOk="0">
                  <a:moveTo>
                    <a:pt x="109338" y="1014879"/>
                  </a:moveTo>
                  <a:cubicBezTo>
                    <a:pt x="80116" y="1014879"/>
                    <a:pt x="52653" y="1003499"/>
                    <a:pt x="31984" y="982830"/>
                  </a:cubicBezTo>
                  <a:cubicBezTo>
                    <a:pt x="-10661" y="940185"/>
                    <a:pt x="-10661" y="870766"/>
                    <a:pt x="31984" y="828121"/>
                  </a:cubicBezTo>
                  <a:lnTo>
                    <a:pt x="828145" y="31984"/>
                  </a:lnTo>
                  <a:cubicBezTo>
                    <a:pt x="870790" y="-10661"/>
                    <a:pt x="940210" y="-10661"/>
                    <a:pt x="982854" y="31984"/>
                  </a:cubicBezTo>
                  <a:cubicBezTo>
                    <a:pt x="1025499" y="74628"/>
                    <a:pt x="1025499" y="144048"/>
                    <a:pt x="982854" y="186692"/>
                  </a:cubicBezTo>
                  <a:lnTo>
                    <a:pt x="186693" y="982854"/>
                  </a:lnTo>
                  <a:cubicBezTo>
                    <a:pt x="166024" y="1003523"/>
                    <a:pt x="138560" y="1014903"/>
                    <a:pt x="109338" y="1014903"/>
                  </a:cubicBezTo>
                  <a:close/>
                  <a:moveTo>
                    <a:pt x="905500" y="11980"/>
                  </a:moveTo>
                  <a:cubicBezTo>
                    <a:pt x="880554" y="11980"/>
                    <a:pt x="855609" y="21483"/>
                    <a:pt x="836627" y="40465"/>
                  </a:cubicBezTo>
                  <a:lnTo>
                    <a:pt x="40465" y="836627"/>
                  </a:lnTo>
                  <a:cubicBezTo>
                    <a:pt x="2477" y="874591"/>
                    <a:pt x="2477" y="936384"/>
                    <a:pt x="40465" y="974373"/>
                  </a:cubicBezTo>
                  <a:cubicBezTo>
                    <a:pt x="58853" y="992761"/>
                    <a:pt x="83324" y="1002905"/>
                    <a:pt x="109338" y="1002905"/>
                  </a:cubicBezTo>
                  <a:cubicBezTo>
                    <a:pt x="135353" y="1002905"/>
                    <a:pt x="159823" y="992785"/>
                    <a:pt x="178211" y="974373"/>
                  </a:cubicBezTo>
                  <a:lnTo>
                    <a:pt x="974373" y="178211"/>
                  </a:lnTo>
                  <a:cubicBezTo>
                    <a:pt x="1012361" y="140223"/>
                    <a:pt x="1012361" y="78453"/>
                    <a:pt x="974373" y="40465"/>
                  </a:cubicBezTo>
                  <a:cubicBezTo>
                    <a:pt x="955390" y="21483"/>
                    <a:pt x="930445" y="11980"/>
                    <a:pt x="905500" y="1198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61" name="Google Shape;61;p2"/>
            <p:cNvSpPr/>
            <p:nvPr/>
          </p:nvSpPr>
          <p:spPr>
            <a:xfrm>
              <a:off x="114304" y="2380881"/>
              <a:ext cx="381699" cy="381735"/>
            </a:xfrm>
            <a:custGeom>
              <a:avLst/>
              <a:gdLst/>
              <a:ahLst/>
              <a:cxnLst/>
              <a:rect l="l" t="t" r="r" b="b"/>
              <a:pathLst>
                <a:path w="381699" h="381735" extrusionOk="0">
                  <a:moveTo>
                    <a:pt x="77164" y="381736"/>
                  </a:moveTo>
                  <a:cubicBezTo>
                    <a:pt x="56566" y="381736"/>
                    <a:pt x="37180" y="373706"/>
                    <a:pt x="22593" y="359142"/>
                  </a:cubicBezTo>
                  <a:cubicBezTo>
                    <a:pt x="8030" y="344579"/>
                    <a:pt x="0" y="325193"/>
                    <a:pt x="0" y="304571"/>
                  </a:cubicBezTo>
                  <a:cubicBezTo>
                    <a:pt x="0" y="283950"/>
                    <a:pt x="8030" y="264587"/>
                    <a:pt x="22593" y="250000"/>
                  </a:cubicBezTo>
                  <a:lnTo>
                    <a:pt x="250000" y="22593"/>
                  </a:lnTo>
                  <a:cubicBezTo>
                    <a:pt x="264587" y="8030"/>
                    <a:pt x="283949" y="0"/>
                    <a:pt x="304571" y="0"/>
                  </a:cubicBezTo>
                  <a:cubicBezTo>
                    <a:pt x="325193" y="0"/>
                    <a:pt x="344555" y="8030"/>
                    <a:pt x="359142" y="22593"/>
                  </a:cubicBezTo>
                  <a:cubicBezTo>
                    <a:pt x="389219" y="52670"/>
                    <a:pt x="389219" y="101635"/>
                    <a:pt x="359142" y="131712"/>
                  </a:cubicBezTo>
                  <a:lnTo>
                    <a:pt x="131735" y="359118"/>
                  </a:lnTo>
                  <a:cubicBezTo>
                    <a:pt x="117148" y="373682"/>
                    <a:pt x="97786" y="381712"/>
                    <a:pt x="77164" y="381712"/>
                  </a:cubicBezTo>
                  <a:close/>
                  <a:moveTo>
                    <a:pt x="304571" y="8410"/>
                  </a:moveTo>
                  <a:cubicBezTo>
                    <a:pt x="286207" y="8410"/>
                    <a:pt x="268935" y="15561"/>
                    <a:pt x="255963" y="28556"/>
                  </a:cubicBezTo>
                  <a:lnTo>
                    <a:pt x="28556" y="255963"/>
                  </a:lnTo>
                  <a:cubicBezTo>
                    <a:pt x="15561" y="268959"/>
                    <a:pt x="8410" y="286207"/>
                    <a:pt x="8410" y="304595"/>
                  </a:cubicBezTo>
                  <a:cubicBezTo>
                    <a:pt x="8410" y="322983"/>
                    <a:pt x="15561" y="340231"/>
                    <a:pt x="28556" y="353227"/>
                  </a:cubicBezTo>
                  <a:cubicBezTo>
                    <a:pt x="41552" y="366222"/>
                    <a:pt x="58800" y="373373"/>
                    <a:pt x="77188" y="373373"/>
                  </a:cubicBezTo>
                  <a:cubicBezTo>
                    <a:pt x="95576" y="373373"/>
                    <a:pt x="112824" y="366222"/>
                    <a:pt x="125796" y="353227"/>
                  </a:cubicBezTo>
                  <a:lnTo>
                    <a:pt x="353203" y="125820"/>
                  </a:lnTo>
                  <a:cubicBezTo>
                    <a:pt x="380001" y="99021"/>
                    <a:pt x="380001" y="55379"/>
                    <a:pt x="353203" y="28580"/>
                  </a:cubicBezTo>
                  <a:cubicBezTo>
                    <a:pt x="340207" y="15585"/>
                    <a:pt x="322959" y="8434"/>
                    <a:pt x="304571" y="84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62" name="Google Shape;62;p2"/>
            <p:cNvSpPr/>
            <p:nvPr/>
          </p:nvSpPr>
          <p:spPr>
            <a:xfrm>
              <a:off x="6645857" y="114306"/>
              <a:ext cx="551423" cy="551417"/>
            </a:xfrm>
            <a:custGeom>
              <a:avLst/>
              <a:gdLst/>
              <a:ahLst/>
              <a:cxnLst/>
              <a:rect l="l" t="t" r="r" b="b"/>
              <a:pathLst>
                <a:path w="551423" h="551417" extrusionOk="0">
                  <a:moveTo>
                    <a:pt x="109338" y="551418"/>
                  </a:moveTo>
                  <a:cubicBezTo>
                    <a:pt x="81328" y="551418"/>
                    <a:pt x="53318" y="540750"/>
                    <a:pt x="31983" y="519440"/>
                  </a:cubicBezTo>
                  <a:cubicBezTo>
                    <a:pt x="-10661" y="476795"/>
                    <a:pt x="-10661" y="407376"/>
                    <a:pt x="31983" y="364731"/>
                  </a:cubicBezTo>
                  <a:lnTo>
                    <a:pt x="364731" y="31984"/>
                  </a:lnTo>
                  <a:cubicBezTo>
                    <a:pt x="407376" y="-10661"/>
                    <a:pt x="476795" y="-10661"/>
                    <a:pt x="519440" y="31984"/>
                  </a:cubicBezTo>
                  <a:cubicBezTo>
                    <a:pt x="562084" y="74628"/>
                    <a:pt x="562084" y="144048"/>
                    <a:pt x="519440" y="186692"/>
                  </a:cubicBezTo>
                  <a:lnTo>
                    <a:pt x="186692" y="519440"/>
                  </a:lnTo>
                  <a:cubicBezTo>
                    <a:pt x="165358" y="540774"/>
                    <a:pt x="137348" y="551418"/>
                    <a:pt x="109338" y="551418"/>
                  </a:cubicBezTo>
                  <a:close/>
                  <a:moveTo>
                    <a:pt x="442086" y="11980"/>
                  </a:moveTo>
                  <a:cubicBezTo>
                    <a:pt x="417140" y="11980"/>
                    <a:pt x="392195" y="21483"/>
                    <a:pt x="373212" y="40465"/>
                  </a:cubicBezTo>
                  <a:lnTo>
                    <a:pt x="40465" y="373213"/>
                  </a:lnTo>
                  <a:cubicBezTo>
                    <a:pt x="2477" y="411177"/>
                    <a:pt x="2477" y="472970"/>
                    <a:pt x="40465" y="510959"/>
                  </a:cubicBezTo>
                  <a:cubicBezTo>
                    <a:pt x="78430" y="548947"/>
                    <a:pt x="140223" y="548947"/>
                    <a:pt x="178211" y="510959"/>
                  </a:cubicBezTo>
                  <a:lnTo>
                    <a:pt x="510959" y="178211"/>
                  </a:lnTo>
                  <a:cubicBezTo>
                    <a:pt x="548947" y="140223"/>
                    <a:pt x="548947" y="78453"/>
                    <a:pt x="510959" y="40465"/>
                  </a:cubicBezTo>
                  <a:cubicBezTo>
                    <a:pt x="491977" y="21483"/>
                    <a:pt x="467031" y="11980"/>
                    <a:pt x="442086" y="1198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63" name="Google Shape;63;p2"/>
            <p:cNvSpPr/>
            <p:nvPr/>
          </p:nvSpPr>
          <p:spPr>
            <a:xfrm>
              <a:off x="7111552" y="347312"/>
              <a:ext cx="187672" cy="187690"/>
            </a:xfrm>
            <a:custGeom>
              <a:avLst/>
              <a:gdLst/>
              <a:ahLst/>
              <a:cxnLst/>
              <a:rect l="l" t="t" r="r" b="b"/>
              <a:pathLst>
                <a:path w="187672" h="187690" extrusionOk="0">
                  <a:moveTo>
                    <a:pt x="49897" y="187690"/>
                  </a:moveTo>
                  <a:cubicBezTo>
                    <a:pt x="36569" y="187690"/>
                    <a:pt x="24025" y="182487"/>
                    <a:pt x="14593" y="173079"/>
                  </a:cubicBezTo>
                  <a:cubicBezTo>
                    <a:pt x="-4864" y="153622"/>
                    <a:pt x="-4864" y="121953"/>
                    <a:pt x="14593" y="102472"/>
                  </a:cubicBezTo>
                  <a:lnTo>
                    <a:pt x="102472" y="14593"/>
                  </a:lnTo>
                  <a:cubicBezTo>
                    <a:pt x="121929" y="-4864"/>
                    <a:pt x="153598" y="-4864"/>
                    <a:pt x="173079" y="14593"/>
                  </a:cubicBezTo>
                  <a:cubicBezTo>
                    <a:pt x="192536" y="34050"/>
                    <a:pt x="192536" y="65719"/>
                    <a:pt x="173079" y="85200"/>
                  </a:cubicBezTo>
                  <a:lnTo>
                    <a:pt x="85200" y="173079"/>
                  </a:lnTo>
                  <a:cubicBezTo>
                    <a:pt x="75769" y="182511"/>
                    <a:pt x="63224" y="187690"/>
                    <a:pt x="49897" y="187690"/>
                  </a:cubicBezTo>
                  <a:close/>
                  <a:moveTo>
                    <a:pt x="137776" y="8392"/>
                  </a:moveTo>
                  <a:cubicBezTo>
                    <a:pt x="127133" y="8392"/>
                    <a:pt x="116512" y="12431"/>
                    <a:pt x="108411" y="20532"/>
                  </a:cubicBezTo>
                  <a:lnTo>
                    <a:pt x="20532" y="108412"/>
                  </a:lnTo>
                  <a:cubicBezTo>
                    <a:pt x="4330" y="124590"/>
                    <a:pt x="4330" y="150937"/>
                    <a:pt x="20532" y="167140"/>
                  </a:cubicBezTo>
                  <a:cubicBezTo>
                    <a:pt x="28372" y="174980"/>
                    <a:pt x="38802" y="179304"/>
                    <a:pt x="49897" y="179304"/>
                  </a:cubicBezTo>
                  <a:cubicBezTo>
                    <a:pt x="60991" y="179304"/>
                    <a:pt x="71421" y="174980"/>
                    <a:pt x="79261" y="167140"/>
                  </a:cubicBezTo>
                  <a:lnTo>
                    <a:pt x="167140" y="79261"/>
                  </a:lnTo>
                  <a:cubicBezTo>
                    <a:pt x="183343" y="63082"/>
                    <a:pt x="183343" y="36735"/>
                    <a:pt x="167140" y="20532"/>
                  </a:cubicBezTo>
                  <a:cubicBezTo>
                    <a:pt x="159039" y="12431"/>
                    <a:pt x="148419" y="8392"/>
                    <a:pt x="137776" y="83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64" name="Google Shape;64;p2"/>
          <p:cNvGrpSpPr/>
          <p:nvPr/>
        </p:nvGrpSpPr>
        <p:grpSpPr>
          <a:xfrm>
            <a:off x="114296" y="119093"/>
            <a:ext cx="8915414" cy="4489417"/>
            <a:chOff x="114296" y="119093"/>
            <a:chExt cx="8915414" cy="4489417"/>
          </a:xfrm>
        </p:grpSpPr>
        <p:grpSp>
          <p:nvGrpSpPr>
            <p:cNvPr id="65" name="Google Shape;65;p2"/>
            <p:cNvGrpSpPr/>
            <p:nvPr/>
          </p:nvGrpSpPr>
          <p:grpSpPr>
            <a:xfrm>
              <a:off x="114296" y="119093"/>
              <a:ext cx="499089" cy="513267"/>
              <a:chOff x="4220079" y="1854297"/>
              <a:chExt cx="340373" cy="350042"/>
            </a:xfrm>
          </p:grpSpPr>
          <p:grpSp>
            <p:nvGrpSpPr>
              <p:cNvPr id="66" name="Google Shape;66;p2"/>
              <p:cNvGrpSpPr/>
              <p:nvPr/>
            </p:nvGrpSpPr>
            <p:grpSpPr>
              <a:xfrm>
                <a:off x="4220079" y="2179347"/>
                <a:ext cx="340373" cy="24992"/>
                <a:chOff x="4220079" y="2179347"/>
                <a:chExt cx="340373" cy="24992"/>
              </a:xfrm>
            </p:grpSpPr>
            <p:sp>
              <p:nvSpPr>
                <p:cNvPr id="67" name="Google Shape;67;p2"/>
                <p:cNvSpPr/>
                <p:nvPr/>
              </p:nvSpPr>
              <p:spPr>
                <a:xfrm>
                  <a:off x="4220079"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68" name="Google Shape;68;p2"/>
                <p:cNvSpPr/>
                <p:nvPr/>
              </p:nvSpPr>
              <p:spPr>
                <a:xfrm>
                  <a:off x="4325206"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69" name="Google Shape;69;p2"/>
                <p:cNvSpPr/>
                <p:nvPr/>
              </p:nvSpPr>
              <p:spPr>
                <a:xfrm>
                  <a:off x="4430333"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70" name="Google Shape;70;p2"/>
                <p:cNvSpPr/>
                <p:nvPr/>
              </p:nvSpPr>
              <p:spPr>
                <a:xfrm>
                  <a:off x="4535460"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71" name="Google Shape;71;p2"/>
              <p:cNvGrpSpPr/>
              <p:nvPr/>
            </p:nvGrpSpPr>
            <p:grpSpPr>
              <a:xfrm>
                <a:off x="4220079" y="2070989"/>
                <a:ext cx="340373" cy="24992"/>
                <a:chOff x="4220079" y="2070989"/>
                <a:chExt cx="340373" cy="24992"/>
              </a:xfrm>
            </p:grpSpPr>
            <p:sp>
              <p:nvSpPr>
                <p:cNvPr id="72" name="Google Shape;72;p2"/>
                <p:cNvSpPr/>
                <p:nvPr/>
              </p:nvSpPr>
              <p:spPr>
                <a:xfrm>
                  <a:off x="4220079"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73" name="Google Shape;73;p2"/>
                <p:cNvSpPr/>
                <p:nvPr/>
              </p:nvSpPr>
              <p:spPr>
                <a:xfrm>
                  <a:off x="4325206"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74" name="Google Shape;74;p2"/>
                <p:cNvSpPr/>
                <p:nvPr/>
              </p:nvSpPr>
              <p:spPr>
                <a:xfrm>
                  <a:off x="4430333"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75" name="Google Shape;75;p2"/>
                <p:cNvSpPr/>
                <p:nvPr/>
              </p:nvSpPr>
              <p:spPr>
                <a:xfrm>
                  <a:off x="4535460"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76" name="Google Shape;76;p2"/>
              <p:cNvGrpSpPr/>
              <p:nvPr/>
            </p:nvGrpSpPr>
            <p:grpSpPr>
              <a:xfrm>
                <a:off x="4220079" y="1962655"/>
                <a:ext cx="340373" cy="24992"/>
                <a:chOff x="4220079" y="1962655"/>
                <a:chExt cx="340373" cy="24992"/>
              </a:xfrm>
            </p:grpSpPr>
            <p:sp>
              <p:nvSpPr>
                <p:cNvPr id="77" name="Google Shape;77;p2"/>
                <p:cNvSpPr/>
                <p:nvPr/>
              </p:nvSpPr>
              <p:spPr>
                <a:xfrm>
                  <a:off x="4220079"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78" name="Google Shape;78;p2"/>
                <p:cNvSpPr/>
                <p:nvPr/>
              </p:nvSpPr>
              <p:spPr>
                <a:xfrm>
                  <a:off x="4325206"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79" name="Google Shape;79;p2"/>
                <p:cNvSpPr/>
                <p:nvPr/>
              </p:nvSpPr>
              <p:spPr>
                <a:xfrm>
                  <a:off x="4430333"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80" name="Google Shape;80;p2"/>
                <p:cNvSpPr/>
                <p:nvPr/>
              </p:nvSpPr>
              <p:spPr>
                <a:xfrm>
                  <a:off x="4535460"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81" name="Google Shape;81;p2"/>
              <p:cNvGrpSpPr/>
              <p:nvPr/>
            </p:nvGrpSpPr>
            <p:grpSpPr>
              <a:xfrm>
                <a:off x="4220079" y="1854297"/>
                <a:ext cx="340373" cy="24992"/>
                <a:chOff x="4220079" y="1854297"/>
                <a:chExt cx="340373" cy="24992"/>
              </a:xfrm>
            </p:grpSpPr>
            <p:sp>
              <p:nvSpPr>
                <p:cNvPr id="82" name="Google Shape;82;p2"/>
                <p:cNvSpPr/>
                <p:nvPr/>
              </p:nvSpPr>
              <p:spPr>
                <a:xfrm>
                  <a:off x="4220079"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83" name="Google Shape;83;p2"/>
                <p:cNvSpPr/>
                <p:nvPr/>
              </p:nvSpPr>
              <p:spPr>
                <a:xfrm>
                  <a:off x="4325206" y="1854297"/>
                  <a:ext cx="24992" cy="24992"/>
                </a:xfrm>
                <a:custGeom>
                  <a:avLst/>
                  <a:gdLst/>
                  <a:ahLst/>
                  <a:cxnLst/>
                  <a:rect l="l" t="t" r="r" b="b"/>
                  <a:pathLst>
                    <a:path w="24992" h="24992" extrusionOk="0">
                      <a:moveTo>
                        <a:pt x="24993" y="12496"/>
                      </a:moveTo>
                      <a:cubicBezTo>
                        <a:pt x="24993" y="19398"/>
                        <a:pt x="19398" y="24993"/>
                        <a:pt x="12496" y="24993"/>
                      </a:cubicBezTo>
                      <a:cubicBezTo>
                        <a:pt x="5595" y="24993"/>
                        <a:pt x="0" y="19398"/>
                        <a:pt x="0" y="12496"/>
                      </a:cubicBezTo>
                      <a:cubicBezTo>
                        <a:pt x="0" y="5595"/>
                        <a:pt x="5595" y="0"/>
                        <a:pt x="12496" y="0"/>
                      </a:cubicBezTo>
                      <a:cubicBezTo>
                        <a:pt x="19398" y="0"/>
                        <a:pt x="24993" y="5595"/>
                        <a:pt x="24993" y="124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84" name="Google Shape;84;p2"/>
                <p:cNvSpPr/>
                <p:nvPr/>
              </p:nvSpPr>
              <p:spPr>
                <a:xfrm>
                  <a:off x="4430333"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85" name="Google Shape;85;p2"/>
                <p:cNvSpPr/>
                <p:nvPr/>
              </p:nvSpPr>
              <p:spPr>
                <a:xfrm>
                  <a:off x="4535460"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grpSp>
          <p:nvGrpSpPr>
            <p:cNvPr id="86" name="Google Shape;86;p2"/>
            <p:cNvGrpSpPr/>
            <p:nvPr/>
          </p:nvGrpSpPr>
          <p:grpSpPr>
            <a:xfrm>
              <a:off x="8530621" y="4095243"/>
              <a:ext cx="499089" cy="513267"/>
              <a:chOff x="4220079" y="1854297"/>
              <a:chExt cx="340373" cy="350042"/>
            </a:xfrm>
          </p:grpSpPr>
          <p:grpSp>
            <p:nvGrpSpPr>
              <p:cNvPr id="87" name="Google Shape;87;p2"/>
              <p:cNvGrpSpPr/>
              <p:nvPr/>
            </p:nvGrpSpPr>
            <p:grpSpPr>
              <a:xfrm>
                <a:off x="4220079" y="2179347"/>
                <a:ext cx="340373" cy="24992"/>
                <a:chOff x="4220079" y="2179347"/>
                <a:chExt cx="340373" cy="24992"/>
              </a:xfrm>
            </p:grpSpPr>
            <p:sp>
              <p:nvSpPr>
                <p:cNvPr id="88" name="Google Shape;88;p2"/>
                <p:cNvSpPr/>
                <p:nvPr/>
              </p:nvSpPr>
              <p:spPr>
                <a:xfrm>
                  <a:off x="4220079"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89" name="Google Shape;89;p2"/>
                <p:cNvSpPr/>
                <p:nvPr/>
              </p:nvSpPr>
              <p:spPr>
                <a:xfrm>
                  <a:off x="4325206"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90" name="Google Shape;90;p2"/>
                <p:cNvSpPr/>
                <p:nvPr/>
              </p:nvSpPr>
              <p:spPr>
                <a:xfrm>
                  <a:off x="4430333"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91" name="Google Shape;91;p2"/>
                <p:cNvSpPr/>
                <p:nvPr/>
              </p:nvSpPr>
              <p:spPr>
                <a:xfrm>
                  <a:off x="4535460"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92" name="Google Shape;92;p2"/>
              <p:cNvGrpSpPr/>
              <p:nvPr/>
            </p:nvGrpSpPr>
            <p:grpSpPr>
              <a:xfrm>
                <a:off x="4220079" y="2070989"/>
                <a:ext cx="340373" cy="24992"/>
                <a:chOff x="4220079" y="2070989"/>
                <a:chExt cx="340373" cy="24992"/>
              </a:xfrm>
            </p:grpSpPr>
            <p:sp>
              <p:nvSpPr>
                <p:cNvPr id="93" name="Google Shape;93;p2"/>
                <p:cNvSpPr/>
                <p:nvPr/>
              </p:nvSpPr>
              <p:spPr>
                <a:xfrm>
                  <a:off x="4220079"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94" name="Google Shape;94;p2"/>
                <p:cNvSpPr/>
                <p:nvPr/>
              </p:nvSpPr>
              <p:spPr>
                <a:xfrm>
                  <a:off x="4325206"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95" name="Google Shape;95;p2"/>
                <p:cNvSpPr/>
                <p:nvPr/>
              </p:nvSpPr>
              <p:spPr>
                <a:xfrm>
                  <a:off x="4430333"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96" name="Google Shape;96;p2"/>
                <p:cNvSpPr/>
                <p:nvPr/>
              </p:nvSpPr>
              <p:spPr>
                <a:xfrm>
                  <a:off x="4535460"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97" name="Google Shape;97;p2"/>
              <p:cNvGrpSpPr/>
              <p:nvPr/>
            </p:nvGrpSpPr>
            <p:grpSpPr>
              <a:xfrm>
                <a:off x="4220079" y="1962655"/>
                <a:ext cx="340373" cy="24992"/>
                <a:chOff x="4220079" y="1962655"/>
                <a:chExt cx="340373" cy="24992"/>
              </a:xfrm>
            </p:grpSpPr>
            <p:sp>
              <p:nvSpPr>
                <p:cNvPr id="98" name="Google Shape;98;p2"/>
                <p:cNvSpPr/>
                <p:nvPr/>
              </p:nvSpPr>
              <p:spPr>
                <a:xfrm>
                  <a:off x="4220079"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99" name="Google Shape;99;p2"/>
                <p:cNvSpPr/>
                <p:nvPr/>
              </p:nvSpPr>
              <p:spPr>
                <a:xfrm>
                  <a:off x="4325206"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00" name="Google Shape;100;p2"/>
                <p:cNvSpPr/>
                <p:nvPr/>
              </p:nvSpPr>
              <p:spPr>
                <a:xfrm>
                  <a:off x="4430333"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01" name="Google Shape;101;p2"/>
                <p:cNvSpPr/>
                <p:nvPr/>
              </p:nvSpPr>
              <p:spPr>
                <a:xfrm>
                  <a:off x="4535460"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102" name="Google Shape;102;p2"/>
              <p:cNvGrpSpPr/>
              <p:nvPr/>
            </p:nvGrpSpPr>
            <p:grpSpPr>
              <a:xfrm>
                <a:off x="4220079" y="1854297"/>
                <a:ext cx="340373" cy="24992"/>
                <a:chOff x="4220079" y="1854297"/>
                <a:chExt cx="340373" cy="24992"/>
              </a:xfrm>
            </p:grpSpPr>
            <p:sp>
              <p:nvSpPr>
                <p:cNvPr id="103" name="Google Shape;103;p2"/>
                <p:cNvSpPr/>
                <p:nvPr/>
              </p:nvSpPr>
              <p:spPr>
                <a:xfrm>
                  <a:off x="4220079"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04" name="Google Shape;104;p2"/>
                <p:cNvSpPr/>
                <p:nvPr/>
              </p:nvSpPr>
              <p:spPr>
                <a:xfrm>
                  <a:off x="4325206" y="1854297"/>
                  <a:ext cx="24992" cy="24992"/>
                </a:xfrm>
                <a:custGeom>
                  <a:avLst/>
                  <a:gdLst/>
                  <a:ahLst/>
                  <a:cxnLst/>
                  <a:rect l="l" t="t" r="r" b="b"/>
                  <a:pathLst>
                    <a:path w="24992" h="24992" extrusionOk="0">
                      <a:moveTo>
                        <a:pt x="24993" y="12496"/>
                      </a:moveTo>
                      <a:cubicBezTo>
                        <a:pt x="24993" y="19398"/>
                        <a:pt x="19398" y="24993"/>
                        <a:pt x="12496" y="24993"/>
                      </a:cubicBezTo>
                      <a:cubicBezTo>
                        <a:pt x="5595" y="24993"/>
                        <a:pt x="0" y="19398"/>
                        <a:pt x="0" y="12496"/>
                      </a:cubicBezTo>
                      <a:cubicBezTo>
                        <a:pt x="0" y="5595"/>
                        <a:pt x="5595" y="0"/>
                        <a:pt x="12496" y="0"/>
                      </a:cubicBezTo>
                      <a:cubicBezTo>
                        <a:pt x="19398" y="0"/>
                        <a:pt x="24993" y="5595"/>
                        <a:pt x="24993" y="124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05" name="Google Shape;105;p2"/>
                <p:cNvSpPr/>
                <p:nvPr/>
              </p:nvSpPr>
              <p:spPr>
                <a:xfrm>
                  <a:off x="4430333"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06" name="Google Shape;106;p2"/>
                <p:cNvSpPr/>
                <p:nvPr/>
              </p:nvSpPr>
              <p:spPr>
                <a:xfrm>
                  <a:off x="4535460"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7"/>
        <p:cNvGrpSpPr/>
        <p:nvPr/>
      </p:nvGrpSpPr>
      <p:grpSpPr>
        <a:xfrm>
          <a:off x="0" y="0"/>
          <a:ext cx="0" cy="0"/>
          <a:chOff x="0" y="0"/>
          <a:chExt cx="0" cy="0"/>
        </a:xfrm>
      </p:grpSpPr>
      <p:sp>
        <p:nvSpPr>
          <p:cNvPr id="498" name="Google Shape;498;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99" name="Google Shape;499;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00" name="Google Shape;500;p9"/>
          <p:cNvGrpSpPr/>
          <p:nvPr/>
        </p:nvGrpSpPr>
        <p:grpSpPr>
          <a:xfrm>
            <a:off x="7868032" y="3017360"/>
            <a:ext cx="1815138" cy="1460667"/>
            <a:chOff x="-910618" y="-62415"/>
            <a:chExt cx="1815138" cy="1460667"/>
          </a:xfrm>
        </p:grpSpPr>
        <p:sp>
          <p:nvSpPr>
            <p:cNvPr id="501" name="Google Shape;501;p9"/>
            <p:cNvSpPr/>
            <p:nvPr/>
          </p:nvSpPr>
          <p:spPr>
            <a:xfrm flipH="1">
              <a:off x="-910618" y="44633"/>
              <a:ext cx="1353618" cy="1353618"/>
            </a:xfrm>
            <a:custGeom>
              <a:avLst/>
              <a:gdLst/>
              <a:ahLst/>
              <a:cxnLst/>
              <a:rect l="l" t="t" r="r" b="b"/>
              <a:pathLst>
                <a:path w="935142" h="935142" extrusionOk="0">
                  <a:moveTo>
                    <a:pt x="935143" y="467572"/>
                  </a:moveTo>
                  <a:cubicBezTo>
                    <a:pt x="935143" y="725804"/>
                    <a:pt x="725804" y="935143"/>
                    <a:pt x="467572" y="935143"/>
                  </a:cubicBezTo>
                  <a:cubicBezTo>
                    <a:pt x="209339" y="935143"/>
                    <a:pt x="0" y="725804"/>
                    <a:pt x="0" y="467572"/>
                  </a:cubicBezTo>
                  <a:cubicBezTo>
                    <a:pt x="0" y="209339"/>
                    <a:pt x="209339" y="0"/>
                    <a:pt x="467572" y="0"/>
                  </a:cubicBezTo>
                  <a:cubicBezTo>
                    <a:pt x="725804" y="0"/>
                    <a:pt x="935143" y="209339"/>
                    <a:pt x="935143" y="46757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02" name="Google Shape;502;p9"/>
            <p:cNvGrpSpPr/>
            <p:nvPr/>
          </p:nvGrpSpPr>
          <p:grpSpPr>
            <a:xfrm flipH="1">
              <a:off x="-418363" y="-62415"/>
              <a:ext cx="1322883" cy="1460655"/>
              <a:chOff x="1699986" y="2467983"/>
              <a:chExt cx="914035" cy="1009228"/>
            </a:xfrm>
          </p:grpSpPr>
          <p:sp>
            <p:nvSpPr>
              <p:cNvPr id="503" name="Google Shape;503;p9"/>
              <p:cNvSpPr/>
              <p:nvPr/>
            </p:nvSpPr>
            <p:spPr>
              <a:xfrm rot="-4917056">
                <a:off x="2196361" y="3382715"/>
                <a:ext cx="7767" cy="159032"/>
              </a:xfrm>
              <a:custGeom>
                <a:avLst/>
                <a:gdLst/>
                <a:ahLst/>
                <a:cxnLst/>
                <a:rect l="l" t="t" r="r" b="b"/>
                <a:pathLst>
                  <a:path w="7768" h="159056" extrusionOk="0">
                    <a:moveTo>
                      <a:pt x="0" y="0"/>
                    </a:moveTo>
                    <a:lnTo>
                      <a:pt x="7769" y="0"/>
                    </a:lnTo>
                    <a:lnTo>
                      <a:pt x="7769" y="159056"/>
                    </a:lnTo>
                    <a:lnTo>
                      <a:pt x="0" y="15905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9"/>
              <p:cNvSpPr/>
              <p:nvPr/>
            </p:nvSpPr>
            <p:spPr>
              <a:xfrm rot="-4917056">
                <a:off x="2203541" y="3221255"/>
                <a:ext cx="7767" cy="388804"/>
              </a:xfrm>
              <a:custGeom>
                <a:avLst/>
                <a:gdLst/>
                <a:ahLst/>
                <a:cxnLst/>
                <a:rect l="l" t="t" r="r" b="b"/>
                <a:pathLst>
                  <a:path w="7768" h="388862" extrusionOk="0">
                    <a:moveTo>
                      <a:pt x="0" y="0"/>
                    </a:moveTo>
                    <a:lnTo>
                      <a:pt x="7769" y="0"/>
                    </a:lnTo>
                    <a:lnTo>
                      <a:pt x="7769" y="388863"/>
                    </a:lnTo>
                    <a:lnTo>
                      <a:pt x="0" y="3888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 name="Google Shape;505;p9"/>
              <p:cNvSpPr/>
              <p:nvPr/>
            </p:nvSpPr>
            <p:spPr>
              <a:xfrm rot="-4917056">
                <a:off x="2210407" y="3115068"/>
                <a:ext cx="7767" cy="507788"/>
              </a:xfrm>
              <a:custGeom>
                <a:avLst/>
                <a:gdLst/>
                <a:ahLst/>
                <a:cxnLst/>
                <a:rect l="l" t="t" r="r" b="b"/>
                <a:pathLst>
                  <a:path w="7768" h="507864" extrusionOk="0">
                    <a:moveTo>
                      <a:pt x="0" y="0"/>
                    </a:moveTo>
                    <a:lnTo>
                      <a:pt x="7769" y="0"/>
                    </a:lnTo>
                    <a:lnTo>
                      <a:pt x="7769" y="507864"/>
                    </a:lnTo>
                    <a:lnTo>
                      <a:pt x="0" y="5078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 name="Google Shape;506;p9"/>
              <p:cNvSpPr/>
              <p:nvPr/>
            </p:nvSpPr>
            <p:spPr>
              <a:xfrm rot="-4917056">
                <a:off x="2216576" y="3027474"/>
                <a:ext cx="7767" cy="589407"/>
              </a:xfrm>
              <a:custGeom>
                <a:avLst/>
                <a:gdLst/>
                <a:ahLst/>
                <a:cxnLst/>
                <a:rect l="l" t="t" r="r" b="b"/>
                <a:pathLst>
                  <a:path w="7768" h="589495" extrusionOk="0">
                    <a:moveTo>
                      <a:pt x="0" y="0"/>
                    </a:moveTo>
                    <a:lnTo>
                      <a:pt x="7769" y="0"/>
                    </a:lnTo>
                    <a:lnTo>
                      <a:pt x="7769" y="589495"/>
                    </a:lnTo>
                    <a:lnTo>
                      <a:pt x="0" y="58949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9"/>
              <p:cNvSpPr/>
              <p:nvPr/>
            </p:nvSpPr>
            <p:spPr>
              <a:xfrm rot="-4917056">
                <a:off x="2223518" y="2951555"/>
                <a:ext cx="7767" cy="647794"/>
              </a:xfrm>
              <a:custGeom>
                <a:avLst/>
                <a:gdLst/>
                <a:ahLst/>
                <a:cxnLst/>
                <a:rect l="l" t="t" r="r" b="b"/>
                <a:pathLst>
                  <a:path w="7768" h="647891" extrusionOk="0">
                    <a:moveTo>
                      <a:pt x="0" y="0"/>
                    </a:moveTo>
                    <a:lnTo>
                      <a:pt x="7769" y="0"/>
                    </a:lnTo>
                    <a:lnTo>
                      <a:pt x="7769" y="647891"/>
                    </a:lnTo>
                    <a:lnTo>
                      <a:pt x="0" y="64789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9"/>
              <p:cNvSpPr/>
              <p:nvPr/>
            </p:nvSpPr>
            <p:spPr>
              <a:xfrm rot="-4917056">
                <a:off x="2229900" y="2884784"/>
                <a:ext cx="7767" cy="687772"/>
              </a:xfrm>
              <a:custGeom>
                <a:avLst/>
                <a:gdLst/>
                <a:ahLst/>
                <a:cxnLst/>
                <a:rect l="l" t="t" r="r" b="b"/>
                <a:pathLst>
                  <a:path w="7768" h="687875" extrusionOk="0">
                    <a:moveTo>
                      <a:pt x="0" y="0"/>
                    </a:moveTo>
                    <a:lnTo>
                      <a:pt x="7769" y="0"/>
                    </a:lnTo>
                    <a:lnTo>
                      <a:pt x="7769" y="687875"/>
                    </a:lnTo>
                    <a:lnTo>
                      <a:pt x="0" y="68787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9"/>
              <p:cNvSpPr/>
              <p:nvPr/>
            </p:nvSpPr>
            <p:spPr>
              <a:xfrm rot="-4917056">
                <a:off x="2236493" y="2825246"/>
                <a:ext cx="7767" cy="713236"/>
              </a:xfrm>
              <a:custGeom>
                <a:avLst/>
                <a:gdLst/>
                <a:ahLst/>
                <a:cxnLst/>
                <a:rect l="l" t="t" r="r" b="b"/>
                <a:pathLst>
                  <a:path w="7768" h="713343" extrusionOk="0">
                    <a:moveTo>
                      <a:pt x="0" y="0"/>
                    </a:moveTo>
                    <a:lnTo>
                      <a:pt x="7769" y="0"/>
                    </a:lnTo>
                    <a:lnTo>
                      <a:pt x="7769" y="713343"/>
                    </a:lnTo>
                    <a:lnTo>
                      <a:pt x="0" y="7133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 name="Google Shape;510;p9"/>
              <p:cNvSpPr/>
              <p:nvPr/>
            </p:nvSpPr>
            <p:spPr>
              <a:xfrm rot="-4917056">
                <a:off x="2240232" y="2768674"/>
                <a:ext cx="7767" cy="732025"/>
              </a:xfrm>
              <a:custGeom>
                <a:avLst/>
                <a:gdLst/>
                <a:ahLst/>
                <a:cxnLst/>
                <a:rect l="l" t="t" r="r" b="b"/>
                <a:pathLst>
                  <a:path w="7768" h="732135" extrusionOk="0">
                    <a:moveTo>
                      <a:pt x="0" y="0"/>
                    </a:moveTo>
                    <a:lnTo>
                      <a:pt x="7769" y="0"/>
                    </a:lnTo>
                    <a:lnTo>
                      <a:pt x="7769" y="732135"/>
                    </a:lnTo>
                    <a:lnTo>
                      <a:pt x="0" y="73213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9"/>
              <p:cNvSpPr/>
              <p:nvPr/>
            </p:nvSpPr>
            <p:spPr>
              <a:xfrm rot="-4917056">
                <a:off x="2234352" y="2707488"/>
                <a:ext cx="7767" cy="757299"/>
              </a:xfrm>
              <a:custGeom>
                <a:avLst/>
                <a:gdLst/>
                <a:ahLst/>
                <a:cxnLst/>
                <a:rect l="l" t="t" r="r" b="b"/>
                <a:pathLst>
                  <a:path w="7768" h="757413" extrusionOk="0">
                    <a:moveTo>
                      <a:pt x="0" y="0"/>
                    </a:moveTo>
                    <a:lnTo>
                      <a:pt x="7769" y="0"/>
                    </a:lnTo>
                    <a:lnTo>
                      <a:pt x="7769" y="757413"/>
                    </a:lnTo>
                    <a:lnTo>
                      <a:pt x="0" y="75741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9"/>
              <p:cNvSpPr/>
              <p:nvPr/>
            </p:nvSpPr>
            <p:spPr>
              <a:xfrm rot="-4917056">
                <a:off x="2212530" y="2634365"/>
                <a:ext cx="7767" cy="802028"/>
              </a:xfrm>
              <a:custGeom>
                <a:avLst/>
                <a:gdLst/>
                <a:ahLst/>
                <a:cxnLst/>
                <a:rect l="l" t="t" r="r" b="b"/>
                <a:pathLst>
                  <a:path w="7768" h="802148" extrusionOk="0">
                    <a:moveTo>
                      <a:pt x="0" y="0"/>
                    </a:moveTo>
                    <a:lnTo>
                      <a:pt x="7769" y="0"/>
                    </a:lnTo>
                    <a:lnTo>
                      <a:pt x="7769" y="802149"/>
                    </a:lnTo>
                    <a:lnTo>
                      <a:pt x="0" y="8021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9"/>
              <p:cNvSpPr/>
              <p:nvPr/>
            </p:nvSpPr>
            <p:spPr>
              <a:xfrm rot="-4917056">
                <a:off x="2180235" y="2555406"/>
                <a:ext cx="7767" cy="855498"/>
              </a:xfrm>
              <a:custGeom>
                <a:avLst/>
                <a:gdLst/>
                <a:ahLst/>
                <a:cxnLst/>
                <a:rect l="l" t="t" r="r" b="b"/>
                <a:pathLst>
                  <a:path w="7768" h="855626" extrusionOk="0">
                    <a:moveTo>
                      <a:pt x="0" y="0"/>
                    </a:moveTo>
                    <a:lnTo>
                      <a:pt x="7769" y="0"/>
                    </a:lnTo>
                    <a:lnTo>
                      <a:pt x="7769" y="855627"/>
                    </a:lnTo>
                    <a:lnTo>
                      <a:pt x="0" y="8556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9"/>
              <p:cNvSpPr/>
              <p:nvPr/>
            </p:nvSpPr>
            <p:spPr>
              <a:xfrm rot="-4917056">
                <a:off x="2157185" y="2494101"/>
                <a:ext cx="7767" cy="876259"/>
              </a:xfrm>
              <a:custGeom>
                <a:avLst/>
                <a:gdLst/>
                <a:ahLst/>
                <a:cxnLst/>
                <a:rect l="l" t="t" r="r" b="b"/>
                <a:pathLst>
                  <a:path w="7768" h="876390" extrusionOk="0">
                    <a:moveTo>
                      <a:pt x="0" y="0"/>
                    </a:moveTo>
                    <a:lnTo>
                      <a:pt x="7769" y="0"/>
                    </a:lnTo>
                    <a:lnTo>
                      <a:pt x="7769" y="876391"/>
                    </a:lnTo>
                    <a:lnTo>
                      <a:pt x="0" y="87639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9"/>
              <p:cNvSpPr/>
              <p:nvPr/>
            </p:nvSpPr>
            <p:spPr>
              <a:xfrm rot="-4917056">
                <a:off x="2136775" y="2445479"/>
                <a:ext cx="7767" cy="872339"/>
              </a:xfrm>
              <a:custGeom>
                <a:avLst/>
                <a:gdLst/>
                <a:ahLst/>
                <a:cxnLst/>
                <a:rect l="l" t="t" r="r" b="b"/>
                <a:pathLst>
                  <a:path w="7768" h="872470" extrusionOk="0">
                    <a:moveTo>
                      <a:pt x="0" y="0"/>
                    </a:moveTo>
                    <a:lnTo>
                      <a:pt x="7769" y="0"/>
                    </a:lnTo>
                    <a:lnTo>
                      <a:pt x="7769" y="872471"/>
                    </a:lnTo>
                    <a:lnTo>
                      <a:pt x="0" y="87247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9"/>
              <p:cNvSpPr/>
              <p:nvPr/>
            </p:nvSpPr>
            <p:spPr>
              <a:xfrm rot="-4917056">
                <a:off x="2116218" y="2407283"/>
                <a:ext cx="7767" cy="847493"/>
              </a:xfrm>
              <a:custGeom>
                <a:avLst/>
                <a:gdLst/>
                <a:ahLst/>
                <a:cxnLst/>
                <a:rect l="l" t="t" r="r" b="b"/>
                <a:pathLst>
                  <a:path w="7768" h="847620" extrusionOk="0">
                    <a:moveTo>
                      <a:pt x="0" y="0"/>
                    </a:moveTo>
                    <a:lnTo>
                      <a:pt x="7769" y="0"/>
                    </a:lnTo>
                    <a:lnTo>
                      <a:pt x="7769" y="847621"/>
                    </a:lnTo>
                    <a:lnTo>
                      <a:pt x="0" y="8476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9"/>
              <p:cNvSpPr/>
              <p:nvPr/>
            </p:nvSpPr>
            <p:spPr>
              <a:xfrm rot="-4917056">
                <a:off x="2090375" y="2382310"/>
                <a:ext cx="7767" cy="794664"/>
              </a:xfrm>
              <a:custGeom>
                <a:avLst/>
                <a:gdLst/>
                <a:ahLst/>
                <a:cxnLst/>
                <a:rect l="l" t="t" r="r" b="b"/>
                <a:pathLst>
                  <a:path w="7768" h="794783" extrusionOk="0">
                    <a:moveTo>
                      <a:pt x="0" y="0"/>
                    </a:moveTo>
                    <a:lnTo>
                      <a:pt x="7769" y="0"/>
                    </a:lnTo>
                    <a:lnTo>
                      <a:pt x="7769" y="794784"/>
                    </a:lnTo>
                    <a:lnTo>
                      <a:pt x="0" y="79478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9"/>
              <p:cNvSpPr/>
              <p:nvPr/>
            </p:nvSpPr>
            <p:spPr>
              <a:xfrm rot="-4917056">
                <a:off x="2043182" y="2383868"/>
                <a:ext cx="7767" cy="682807"/>
              </a:xfrm>
              <a:custGeom>
                <a:avLst/>
                <a:gdLst/>
                <a:ahLst/>
                <a:cxnLst/>
                <a:rect l="l" t="t" r="r" b="b"/>
                <a:pathLst>
                  <a:path w="7768" h="682909" extrusionOk="0">
                    <a:moveTo>
                      <a:pt x="0" y="0"/>
                    </a:moveTo>
                    <a:lnTo>
                      <a:pt x="7769" y="0"/>
                    </a:lnTo>
                    <a:lnTo>
                      <a:pt x="7769" y="682910"/>
                    </a:lnTo>
                    <a:lnTo>
                      <a:pt x="0" y="682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 name="Google Shape;519;p9"/>
              <p:cNvSpPr/>
              <p:nvPr/>
            </p:nvSpPr>
            <p:spPr>
              <a:xfrm rot="-4917056">
                <a:off x="1996500" y="2393023"/>
                <a:ext cx="7767" cy="555724"/>
              </a:xfrm>
              <a:custGeom>
                <a:avLst/>
                <a:gdLst/>
                <a:ahLst/>
                <a:cxnLst/>
                <a:rect l="l" t="t" r="r" b="b"/>
                <a:pathLst>
                  <a:path w="7768" h="555807" extrusionOk="0">
                    <a:moveTo>
                      <a:pt x="0" y="0"/>
                    </a:moveTo>
                    <a:lnTo>
                      <a:pt x="7769" y="0"/>
                    </a:lnTo>
                    <a:lnTo>
                      <a:pt x="7769" y="555807"/>
                    </a:lnTo>
                    <a:lnTo>
                      <a:pt x="0" y="5558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 name="Google Shape;520;p9"/>
              <p:cNvSpPr/>
              <p:nvPr/>
            </p:nvSpPr>
            <p:spPr>
              <a:xfrm rot="-4917056">
                <a:off x="1992058" y="2374563"/>
                <a:ext cx="7767" cy="495911"/>
              </a:xfrm>
              <a:custGeom>
                <a:avLst/>
                <a:gdLst/>
                <a:ahLst/>
                <a:cxnLst/>
                <a:rect l="l" t="t" r="r" b="b"/>
                <a:pathLst>
                  <a:path w="7768" h="495985" extrusionOk="0">
                    <a:moveTo>
                      <a:pt x="0" y="0"/>
                    </a:moveTo>
                    <a:lnTo>
                      <a:pt x="7769" y="0"/>
                    </a:lnTo>
                    <a:lnTo>
                      <a:pt x="7769" y="495986"/>
                    </a:lnTo>
                    <a:lnTo>
                      <a:pt x="0" y="49598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 name="Google Shape;521;p9"/>
              <p:cNvSpPr/>
              <p:nvPr/>
            </p:nvSpPr>
            <p:spPr>
              <a:xfrm rot="-4917056">
                <a:off x="1997798" y="2358856"/>
                <a:ext cx="7767" cy="433414"/>
              </a:xfrm>
              <a:custGeom>
                <a:avLst/>
                <a:gdLst/>
                <a:ahLst/>
                <a:cxnLst/>
                <a:rect l="l" t="t" r="r" b="b"/>
                <a:pathLst>
                  <a:path w="7768" h="433479" extrusionOk="0">
                    <a:moveTo>
                      <a:pt x="0" y="0"/>
                    </a:moveTo>
                    <a:lnTo>
                      <a:pt x="7769" y="0"/>
                    </a:lnTo>
                    <a:lnTo>
                      <a:pt x="7769" y="433480"/>
                    </a:lnTo>
                    <a:lnTo>
                      <a:pt x="0" y="4334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9"/>
              <p:cNvSpPr/>
              <p:nvPr/>
            </p:nvSpPr>
            <p:spPr>
              <a:xfrm rot="-4917056">
                <a:off x="2004699" y="2360791"/>
                <a:ext cx="7767" cy="335857"/>
              </a:xfrm>
              <a:custGeom>
                <a:avLst/>
                <a:gdLst/>
                <a:ahLst/>
                <a:cxnLst/>
                <a:rect l="l" t="t" r="r" b="b"/>
                <a:pathLst>
                  <a:path w="7768" h="335907" extrusionOk="0">
                    <a:moveTo>
                      <a:pt x="0" y="0"/>
                    </a:moveTo>
                    <a:lnTo>
                      <a:pt x="7769" y="0"/>
                    </a:lnTo>
                    <a:lnTo>
                      <a:pt x="7769" y="335907"/>
                    </a:lnTo>
                    <a:lnTo>
                      <a:pt x="0" y="3359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9"/>
              <p:cNvSpPr/>
              <p:nvPr/>
            </p:nvSpPr>
            <p:spPr>
              <a:xfrm rot="-4917056">
                <a:off x="2011207" y="2410269"/>
                <a:ext cx="7767" cy="143165"/>
              </a:xfrm>
              <a:custGeom>
                <a:avLst/>
                <a:gdLst/>
                <a:ahLst/>
                <a:cxnLst/>
                <a:rect l="l" t="t" r="r" b="b"/>
                <a:pathLst>
                  <a:path w="7768" h="143186" extrusionOk="0">
                    <a:moveTo>
                      <a:pt x="0" y="0"/>
                    </a:moveTo>
                    <a:lnTo>
                      <a:pt x="7769" y="0"/>
                    </a:lnTo>
                    <a:lnTo>
                      <a:pt x="7769" y="143187"/>
                    </a:lnTo>
                    <a:lnTo>
                      <a:pt x="0" y="1431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524" name="Google Shape;524;p9"/>
          <p:cNvSpPr/>
          <p:nvPr/>
        </p:nvSpPr>
        <p:spPr>
          <a:xfrm rot="10800000" flipH="1">
            <a:off x="-687775" y="-558233"/>
            <a:ext cx="2183028" cy="1269094"/>
          </a:xfrm>
          <a:custGeom>
            <a:avLst/>
            <a:gdLst/>
            <a:ahLst/>
            <a:cxnLst/>
            <a:rect l="l" t="t" r="r" b="b"/>
            <a:pathLst>
              <a:path w="1559306" h="906496" extrusionOk="0">
                <a:moveTo>
                  <a:pt x="1238319" y="581585"/>
                </a:moveTo>
                <a:cubicBezTo>
                  <a:pt x="1215227" y="615962"/>
                  <a:pt x="1203562" y="656516"/>
                  <a:pt x="1186742" y="694338"/>
                </a:cubicBezTo>
                <a:cubicBezTo>
                  <a:pt x="1169898" y="732160"/>
                  <a:pt x="1145427" y="769626"/>
                  <a:pt x="1107487" y="786232"/>
                </a:cubicBezTo>
                <a:cubicBezTo>
                  <a:pt x="1043436" y="814266"/>
                  <a:pt x="971166" y="772975"/>
                  <a:pt x="917236" y="728478"/>
                </a:cubicBezTo>
                <a:cubicBezTo>
                  <a:pt x="863307" y="683980"/>
                  <a:pt x="805481" y="631357"/>
                  <a:pt x="735610" y="634184"/>
                </a:cubicBezTo>
                <a:cubicBezTo>
                  <a:pt x="657163" y="637368"/>
                  <a:pt x="601642" y="707975"/>
                  <a:pt x="547689" y="764993"/>
                </a:cubicBezTo>
                <a:cubicBezTo>
                  <a:pt x="487630" y="828497"/>
                  <a:pt x="413744" y="883091"/>
                  <a:pt x="328145" y="900696"/>
                </a:cubicBezTo>
                <a:cubicBezTo>
                  <a:pt x="96937" y="948235"/>
                  <a:pt x="-30854" y="693768"/>
                  <a:pt x="6398" y="496747"/>
                </a:cubicBezTo>
                <a:cubicBezTo>
                  <a:pt x="25807" y="393996"/>
                  <a:pt x="87078" y="300130"/>
                  <a:pt x="172225" y="239691"/>
                </a:cubicBezTo>
                <a:cubicBezTo>
                  <a:pt x="219930" y="205836"/>
                  <a:pt x="254853" y="191154"/>
                  <a:pt x="315245" y="189301"/>
                </a:cubicBezTo>
                <a:cubicBezTo>
                  <a:pt x="373190" y="187543"/>
                  <a:pt x="431989" y="194385"/>
                  <a:pt x="489103" y="181247"/>
                </a:cubicBezTo>
                <a:cubicBezTo>
                  <a:pt x="567027" y="163310"/>
                  <a:pt x="631172" y="110260"/>
                  <a:pt x="698026" y="66380"/>
                </a:cubicBezTo>
                <a:cubicBezTo>
                  <a:pt x="764880" y="22500"/>
                  <a:pt x="845322" y="-14396"/>
                  <a:pt x="922748" y="5560"/>
                </a:cubicBezTo>
                <a:cubicBezTo>
                  <a:pt x="1010461" y="28178"/>
                  <a:pt x="1068168" y="117078"/>
                  <a:pt x="1154930" y="143116"/>
                </a:cubicBezTo>
                <a:cubicBezTo>
                  <a:pt x="1208052" y="159058"/>
                  <a:pt x="1264049" y="149127"/>
                  <a:pt x="1317337" y="139458"/>
                </a:cubicBezTo>
                <a:cubicBezTo>
                  <a:pt x="1371694" y="129575"/>
                  <a:pt x="1431040" y="123255"/>
                  <a:pt x="1483164" y="146157"/>
                </a:cubicBezTo>
                <a:cubicBezTo>
                  <a:pt x="1506827" y="156563"/>
                  <a:pt x="1528874" y="172409"/>
                  <a:pt x="1542178" y="194575"/>
                </a:cubicBezTo>
                <a:cubicBezTo>
                  <a:pt x="1563084" y="229499"/>
                  <a:pt x="1561516" y="278914"/>
                  <a:pt x="1554912" y="317782"/>
                </a:cubicBezTo>
                <a:cubicBezTo>
                  <a:pt x="1547547" y="360997"/>
                  <a:pt x="1526949" y="402002"/>
                  <a:pt x="1495946" y="433077"/>
                </a:cubicBezTo>
                <a:cubicBezTo>
                  <a:pt x="1459573" y="469497"/>
                  <a:pt x="1409492" y="491663"/>
                  <a:pt x="1358200" y="494894"/>
                </a:cubicBezTo>
                <a:cubicBezTo>
                  <a:pt x="1330902" y="496604"/>
                  <a:pt x="1316719" y="502259"/>
                  <a:pt x="1294577" y="519958"/>
                </a:cubicBezTo>
                <a:cubicBezTo>
                  <a:pt x="1272887" y="537301"/>
                  <a:pt x="1253833" y="558540"/>
                  <a:pt x="1238343" y="5815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5" name="Google Shape;525;p9"/>
          <p:cNvGrpSpPr/>
          <p:nvPr/>
        </p:nvGrpSpPr>
        <p:grpSpPr>
          <a:xfrm rot="10800000" flipH="1">
            <a:off x="-442514" y="-237739"/>
            <a:ext cx="2004933" cy="1024576"/>
            <a:chOff x="2688237" y="1469003"/>
            <a:chExt cx="1432300" cy="731945"/>
          </a:xfrm>
        </p:grpSpPr>
        <p:sp>
          <p:nvSpPr>
            <p:cNvPr id="526" name="Google Shape;526;p9"/>
            <p:cNvSpPr/>
            <p:nvPr/>
          </p:nvSpPr>
          <p:spPr>
            <a:xfrm rot="-2547986">
              <a:off x="3991917" y="1931145"/>
              <a:ext cx="112251" cy="7766"/>
            </a:xfrm>
            <a:custGeom>
              <a:avLst/>
              <a:gdLst/>
              <a:ahLst/>
              <a:cxnLst/>
              <a:rect l="l" t="t" r="r" b="b"/>
              <a:pathLst>
                <a:path w="112277" h="7768" extrusionOk="0">
                  <a:moveTo>
                    <a:pt x="0" y="0"/>
                  </a:moveTo>
                  <a:lnTo>
                    <a:pt x="112278" y="0"/>
                  </a:lnTo>
                  <a:lnTo>
                    <a:pt x="112278"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 name="Google Shape;527;p9"/>
            <p:cNvSpPr/>
            <p:nvPr/>
          </p:nvSpPr>
          <p:spPr>
            <a:xfrm rot="-2547986">
              <a:off x="3890665" y="1898395"/>
              <a:ext cx="261556" cy="7766"/>
            </a:xfrm>
            <a:custGeom>
              <a:avLst/>
              <a:gdLst/>
              <a:ahLst/>
              <a:cxnLst/>
              <a:rect l="l" t="t" r="r" b="b"/>
              <a:pathLst>
                <a:path w="261617" h="7768" extrusionOk="0">
                  <a:moveTo>
                    <a:pt x="0" y="0"/>
                  </a:moveTo>
                  <a:lnTo>
                    <a:pt x="261618" y="0"/>
                  </a:lnTo>
                  <a:lnTo>
                    <a:pt x="261618"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 name="Google Shape;528;p9"/>
            <p:cNvSpPr/>
            <p:nvPr/>
          </p:nvSpPr>
          <p:spPr>
            <a:xfrm rot="-2547986">
              <a:off x="3815715" y="1872136"/>
              <a:ext cx="344141" cy="7766"/>
            </a:xfrm>
            <a:custGeom>
              <a:avLst/>
              <a:gdLst/>
              <a:ahLst/>
              <a:cxnLst/>
              <a:rect l="l" t="t" r="r" b="b"/>
              <a:pathLst>
                <a:path w="344222" h="7768" extrusionOk="0">
                  <a:moveTo>
                    <a:pt x="0" y="0"/>
                  </a:moveTo>
                  <a:lnTo>
                    <a:pt x="344222" y="0"/>
                  </a:lnTo>
                  <a:lnTo>
                    <a:pt x="344222"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9"/>
            <p:cNvSpPr/>
            <p:nvPr/>
          </p:nvSpPr>
          <p:spPr>
            <a:xfrm rot="-2547986">
              <a:off x="3480759" y="1956631"/>
              <a:ext cx="703745" cy="7766"/>
            </a:xfrm>
            <a:custGeom>
              <a:avLst/>
              <a:gdLst/>
              <a:ahLst/>
              <a:cxnLst/>
              <a:rect l="l" t="t" r="r" b="b"/>
              <a:pathLst>
                <a:path w="703910" h="7768" extrusionOk="0">
                  <a:moveTo>
                    <a:pt x="0" y="0"/>
                  </a:moveTo>
                  <a:lnTo>
                    <a:pt x="703911" y="0"/>
                  </a:lnTo>
                  <a:lnTo>
                    <a:pt x="703911"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0" name="Google Shape;530;p9"/>
            <p:cNvSpPr/>
            <p:nvPr/>
          </p:nvSpPr>
          <p:spPr>
            <a:xfrm rot="-2547986">
              <a:off x="3440665" y="1932903"/>
              <a:ext cx="711156" cy="7766"/>
            </a:xfrm>
            <a:custGeom>
              <a:avLst/>
              <a:gdLst/>
              <a:ahLst/>
              <a:cxnLst/>
              <a:rect l="l" t="t" r="r" b="b"/>
              <a:pathLst>
                <a:path w="711323" h="7768" extrusionOk="0">
                  <a:moveTo>
                    <a:pt x="0" y="0"/>
                  </a:moveTo>
                  <a:lnTo>
                    <a:pt x="711323" y="0"/>
                  </a:lnTo>
                  <a:lnTo>
                    <a:pt x="711323"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1" name="Google Shape;531;p9"/>
            <p:cNvSpPr/>
            <p:nvPr/>
          </p:nvSpPr>
          <p:spPr>
            <a:xfrm rot="-2547986">
              <a:off x="3410370" y="1910498"/>
              <a:ext cx="696192" cy="7766"/>
            </a:xfrm>
            <a:custGeom>
              <a:avLst/>
              <a:gdLst/>
              <a:ahLst/>
              <a:cxnLst/>
              <a:rect l="l" t="t" r="r" b="b"/>
              <a:pathLst>
                <a:path w="696355" h="7768" extrusionOk="0">
                  <a:moveTo>
                    <a:pt x="0" y="0"/>
                  </a:moveTo>
                  <a:lnTo>
                    <a:pt x="696356" y="0"/>
                  </a:lnTo>
                  <a:lnTo>
                    <a:pt x="696356"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2" name="Google Shape;532;p9"/>
            <p:cNvSpPr/>
            <p:nvPr/>
          </p:nvSpPr>
          <p:spPr>
            <a:xfrm rot="-2547986">
              <a:off x="3386542" y="1890769"/>
              <a:ext cx="662489" cy="7766"/>
            </a:xfrm>
            <a:custGeom>
              <a:avLst/>
              <a:gdLst/>
              <a:ahLst/>
              <a:cxnLst/>
              <a:rect l="l" t="t" r="r" b="b"/>
              <a:pathLst>
                <a:path w="662644" h="7768" extrusionOk="0">
                  <a:moveTo>
                    <a:pt x="0" y="0"/>
                  </a:moveTo>
                  <a:lnTo>
                    <a:pt x="662644" y="0"/>
                  </a:lnTo>
                  <a:lnTo>
                    <a:pt x="662644"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3" name="Google Shape;533;p9"/>
            <p:cNvSpPr/>
            <p:nvPr/>
          </p:nvSpPr>
          <p:spPr>
            <a:xfrm rot="-2547986">
              <a:off x="3365575" y="1873705"/>
              <a:ext cx="617145" cy="7766"/>
            </a:xfrm>
            <a:custGeom>
              <a:avLst/>
              <a:gdLst/>
              <a:ahLst/>
              <a:cxnLst/>
              <a:rect l="l" t="t" r="r" b="b"/>
              <a:pathLst>
                <a:path w="617290" h="7768" extrusionOk="0">
                  <a:moveTo>
                    <a:pt x="0" y="0"/>
                  </a:moveTo>
                  <a:lnTo>
                    <a:pt x="617291" y="0"/>
                  </a:lnTo>
                  <a:lnTo>
                    <a:pt x="617291"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534;p9"/>
            <p:cNvSpPr/>
            <p:nvPr/>
          </p:nvSpPr>
          <p:spPr>
            <a:xfrm rot="-2547986">
              <a:off x="3342004" y="1856106"/>
              <a:ext cx="578240" cy="7766"/>
            </a:xfrm>
            <a:custGeom>
              <a:avLst/>
              <a:gdLst/>
              <a:ahLst/>
              <a:cxnLst/>
              <a:rect l="l" t="t" r="r" b="b"/>
              <a:pathLst>
                <a:path w="578376" h="7768" extrusionOk="0">
                  <a:moveTo>
                    <a:pt x="0" y="0"/>
                  </a:moveTo>
                  <a:lnTo>
                    <a:pt x="578376" y="0"/>
                  </a:lnTo>
                  <a:lnTo>
                    <a:pt x="578376"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9"/>
            <p:cNvSpPr/>
            <p:nvPr/>
          </p:nvSpPr>
          <p:spPr>
            <a:xfrm rot="-2547986">
              <a:off x="3311753" y="1836295"/>
              <a:ext cx="557552" cy="7766"/>
            </a:xfrm>
            <a:custGeom>
              <a:avLst/>
              <a:gdLst/>
              <a:ahLst/>
              <a:cxnLst/>
              <a:rect l="l" t="t" r="r" b="b"/>
              <a:pathLst>
                <a:path w="557683" h="7768" extrusionOk="0">
                  <a:moveTo>
                    <a:pt x="0" y="0"/>
                  </a:moveTo>
                  <a:lnTo>
                    <a:pt x="557683" y="0"/>
                  </a:lnTo>
                  <a:lnTo>
                    <a:pt x="557683"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6" name="Google Shape;536;p9"/>
            <p:cNvSpPr/>
            <p:nvPr/>
          </p:nvSpPr>
          <p:spPr>
            <a:xfrm rot="-2547986">
              <a:off x="3269411" y="1815941"/>
              <a:ext cx="562112" cy="7766"/>
            </a:xfrm>
            <a:custGeom>
              <a:avLst/>
              <a:gdLst/>
              <a:ahLst/>
              <a:cxnLst/>
              <a:rect l="l" t="t" r="r" b="b"/>
              <a:pathLst>
                <a:path w="562244" h="7768" extrusionOk="0">
                  <a:moveTo>
                    <a:pt x="0" y="0"/>
                  </a:moveTo>
                  <a:lnTo>
                    <a:pt x="562245" y="0"/>
                  </a:lnTo>
                  <a:lnTo>
                    <a:pt x="562245"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7" name="Google Shape;537;p9"/>
            <p:cNvSpPr/>
            <p:nvPr/>
          </p:nvSpPr>
          <p:spPr>
            <a:xfrm rot="-2547986">
              <a:off x="3201866" y="1801724"/>
              <a:ext cx="603607" cy="7766"/>
            </a:xfrm>
            <a:custGeom>
              <a:avLst/>
              <a:gdLst/>
              <a:ahLst/>
              <a:cxnLst/>
              <a:rect l="l" t="t" r="r" b="b"/>
              <a:pathLst>
                <a:path w="603749" h="7768" extrusionOk="0">
                  <a:moveTo>
                    <a:pt x="0" y="0"/>
                  </a:moveTo>
                  <a:lnTo>
                    <a:pt x="603749" y="0"/>
                  </a:lnTo>
                  <a:lnTo>
                    <a:pt x="603749"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8" name="Google Shape;538;p9"/>
            <p:cNvSpPr/>
            <p:nvPr/>
          </p:nvSpPr>
          <p:spPr>
            <a:xfrm rot="-2547986">
              <a:off x="2990848" y="1841492"/>
              <a:ext cx="813455" cy="7766"/>
            </a:xfrm>
            <a:custGeom>
              <a:avLst/>
              <a:gdLst/>
              <a:ahLst/>
              <a:cxnLst/>
              <a:rect l="l" t="t" r="r" b="b"/>
              <a:pathLst>
                <a:path w="813646" h="7768" extrusionOk="0">
                  <a:moveTo>
                    <a:pt x="0" y="0"/>
                  </a:moveTo>
                  <a:lnTo>
                    <a:pt x="813647" y="0"/>
                  </a:lnTo>
                  <a:lnTo>
                    <a:pt x="813647"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9" name="Google Shape;539;p9"/>
            <p:cNvSpPr/>
            <p:nvPr/>
          </p:nvSpPr>
          <p:spPr>
            <a:xfrm rot="-2547986">
              <a:off x="2864072" y="1848436"/>
              <a:ext cx="926990" cy="7766"/>
            </a:xfrm>
            <a:custGeom>
              <a:avLst/>
              <a:gdLst/>
              <a:ahLst/>
              <a:cxnLst/>
              <a:rect l="l" t="t" r="r" b="b"/>
              <a:pathLst>
                <a:path w="927207" h="7768" extrusionOk="0">
                  <a:moveTo>
                    <a:pt x="0" y="0"/>
                  </a:moveTo>
                  <a:lnTo>
                    <a:pt x="927208" y="0"/>
                  </a:lnTo>
                  <a:lnTo>
                    <a:pt x="927208"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0" name="Google Shape;540;p9"/>
            <p:cNvSpPr/>
            <p:nvPr/>
          </p:nvSpPr>
          <p:spPr>
            <a:xfrm rot="-2547986">
              <a:off x="2787741" y="1837209"/>
              <a:ext cx="979481" cy="7766"/>
            </a:xfrm>
            <a:custGeom>
              <a:avLst/>
              <a:gdLst/>
              <a:ahLst/>
              <a:cxnLst/>
              <a:rect l="l" t="t" r="r" b="b"/>
              <a:pathLst>
                <a:path w="979711" h="7768" extrusionOk="0">
                  <a:moveTo>
                    <a:pt x="0" y="0"/>
                  </a:moveTo>
                  <a:lnTo>
                    <a:pt x="979712" y="0"/>
                  </a:lnTo>
                  <a:lnTo>
                    <a:pt x="979712"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1" name="Google Shape;541;p9"/>
            <p:cNvSpPr/>
            <p:nvPr/>
          </p:nvSpPr>
          <p:spPr>
            <a:xfrm rot="-2547986">
              <a:off x="2730893" y="1821224"/>
              <a:ext cx="1003495" cy="7766"/>
            </a:xfrm>
            <a:custGeom>
              <a:avLst/>
              <a:gdLst/>
              <a:ahLst/>
              <a:cxnLst/>
              <a:rect l="l" t="t" r="r" b="b"/>
              <a:pathLst>
                <a:path w="1003730" h="7768" extrusionOk="0">
                  <a:moveTo>
                    <a:pt x="0" y="0"/>
                  </a:moveTo>
                  <a:lnTo>
                    <a:pt x="1003731" y="0"/>
                  </a:lnTo>
                  <a:lnTo>
                    <a:pt x="1003731"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2" name="Google Shape;542;p9"/>
            <p:cNvSpPr/>
            <p:nvPr/>
          </p:nvSpPr>
          <p:spPr>
            <a:xfrm rot="-2547986">
              <a:off x="2687978" y="1805445"/>
              <a:ext cx="999196" cy="7766"/>
            </a:xfrm>
            <a:custGeom>
              <a:avLst/>
              <a:gdLst/>
              <a:ahLst/>
              <a:cxnLst/>
              <a:rect l="l" t="t" r="r" b="b"/>
              <a:pathLst>
                <a:path w="999430" h="7768" extrusionOk="0">
                  <a:moveTo>
                    <a:pt x="0" y="0"/>
                  </a:moveTo>
                  <a:lnTo>
                    <a:pt x="999430" y="0"/>
                  </a:lnTo>
                  <a:lnTo>
                    <a:pt x="999430"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3" name="Google Shape;543;p9"/>
            <p:cNvSpPr/>
            <p:nvPr/>
          </p:nvSpPr>
          <p:spPr>
            <a:xfrm rot="-2547986">
              <a:off x="2656835" y="1793257"/>
              <a:ext cx="963544" cy="7766"/>
            </a:xfrm>
            <a:custGeom>
              <a:avLst/>
              <a:gdLst/>
              <a:ahLst/>
              <a:cxnLst/>
              <a:rect l="l" t="t" r="r" b="b"/>
              <a:pathLst>
                <a:path w="963770" h="7768" extrusionOk="0">
                  <a:moveTo>
                    <a:pt x="0" y="0"/>
                  </a:moveTo>
                  <a:lnTo>
                    <a:pt x="963770" y="0"/>
                  </a:lnTo>
                  <a:lnTo>
                    <a:pt x="963770"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 name="Google Shape;544;p9"/>
            <p:cNvSpPr/>
            <p:nvPr/>
          </p:nvSpPr>
          <p:spPr>
            <a:xfrm rot="-2547986">
              <a:off x="2638147" y="1790308"/>
              <a:ext cx="882882" cy="7766"/>
            </a:xfrm>
            <a:custGeom>
              <a:avLst/>
              <a:gdLst/>
              <a:ahLst/>
              <a:cxnLst/>
              <a:rect l="l" t="t" r="r" b="b"/>
              <a:pathLst>
                <a:path w="883089" h="7768" extrusionOk="0">
                  <a:moveTo>
                    <a:pt x="0" y="0"/>
                  </a:moveTo>
                  <a:lnTo>
                    <a:pt x="883090" y="0"/>
                  </a:lnTo>
                  <a:lnTo>
                    <a:pt x="883090"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 name="Google Shape;545;p9"/>
            <p:cNvSpPr/>
            <p:nvPr/>
          </p:nvSpPr>
          <p:spPr>
            <a:xfrm rot="-2547986">
              <a:off x="2630470" y="1796721"/>
              <a:ext cx="759752" cy="7766"/>
            </a:xfrm>
            <a:custGeom>
              <a:avLst/>
              <a:gdLst/>
              <a:ahLst/>
              <a:cxnLst/>
              <a:rect l="l" t="t" r="r" b="b"/>
              <a:pathLst>
                <a:path w="759930" h="7768" extrusionOk="0">
                  <a:moveTo>
                    <a:pt x="0" y="0"/>
                  </a:moveTo>
                  <a:lnTo>
                    <a:pt x="759931" y="0"/>
                  </a:lnTo>
                  <a:lnTo>
                    <a:pt x="759931"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6" name="Google Shape;546;p9"/>
            <p:cNvSpPr/>
            <p:nvPr/>
          </p:nvSpPr>
          <p:spPr>
            <a:xfrm rot="-2547986">
              <a:off x="2623751" y="1787318"/>
              <a:ext cx="669257" cy="7766"/>
            </a:xfrm>
            <a:custGeom>
              <a:avLst/>
              <a:gdLst/>
              <a:ahLst/>
              <a:cxnLst/>
              <a:rect l="l" t="t" r="r" b="b"/>
              <a:pathLst>
                <a:path w="669414" h="7768" extrusionOk="0">
                  <a:moveTo>
                    <a:pt x="0" y="0"/>
                  </a:moveTo>
                  <a:lnTo>
                    <a:pt x="669415" y="0"/>
                  </a:lnTo>
                  <a:lnTo>
                    <a:pt x="669415"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 name="Google Shape;547;p9"/>
            <p:cNvSpPr/>
            <p:nvPr/>
          </p:nvSpPr>
          <p:spPr>
            <a:xfrm rot="-2547986">
              <a:off x="2619079" y="1764338"/>
              <a:ext cx="604367" cy="7766"/>
            </a:xfrm>
            <a:custGeom>
              <a:avLst/>
              <a:gdLst/>
              <a:ahLst/>
              <a:cxnLst/>
              <a:rect l="l" t="t" r="r" b="b"/>
              <a:pathLst>
                <a:path w="604509" h="7768" extrusionOk="0">
                  <a:moveTo>
                    <a:pt x="0" y="0"/>
                  </a:moveTo>
                  <a:lnTo>
                    <a:pt x="604510" y="0"/>
                  </a:lnTo>
                  <a:lnTo>
                    <a:pt x="604510"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 name="Google Shape;548;p9"/>
            <p:cNvSpPr/>
            <p:nvPr/>
          </p:nvSpPr>
          <p:spPr>
            <a:xfrm rot="-2547986">
              <a:off x="2619694" y="1734746"/>
              <a:ext cx="543396" cy="7766"/>
            </a:xfrm>
            <a:custGeom>
              <a:avLst/>
              <a:gdLst/>
              <a:ahLst/>
              <a:cxnLst/>
              <a:rect l="l" t="t" r="r" b="b"/>
              <a:pathLst>
                <a:path w="543523" h="7768" extrusionOk="0">
                  <a:moveTo>
                    <a:pt x="0" y="0"/>
                  </a:moveTo>
                  <a:lnTo>
                    <a:pt x="543524" y="0"/>
                  </a:lnTo>
                  <a:lnTo>
                    <a:pt x="543524"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 name="Google Shape;549;p9"/>
            <p:cNvSpPr/>
            <p:nvPr/>
          </p:nvSpPr>
          <p:spPr>
            <a:xfrm rot="-2547986">
              <a:off x="2628688" y="1701349"/>
              <a:ext cx="473993" cy="7766"/>
            </a:xfrm>
            <a:custGeom>
              <a:avLst/>
              <a:gdLst/>
              <a:ahLst/>
              <a:cxnLst/>
              <a:rect l="l" t="t" r="r" b="b"/>
              <a:pathLst>
                <a:path w="474104" h="7768" extrusionOk="0">
                  <a:moveTo>
                    <a:pt x="0" y="0"/>
                  </a:moveTo>
                  <a:lnTo>
                    <a:pt x="474104" y="0"/>
                  </a:lnTo>
                  <a:lnTo>
                    <a:pt x="474104"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 name="Google Shape;550;p9"/>
            <p:cNvSpPr/>
            <p:nvPr/>
          </p:nvSpPr>
          <p:spPr>
            <a:xfrm rot="-2547986">
              <a:off x="2652465" y="1665860"/>
              <a:ext cx="379650" cy="7766"/>
            </a:xfrm>
            <a:custGeom>
              <a:avLst/>
              <a:gdLst/>
              <a:ahLst/>
              <a:cxnLst/>
              <a:rect l="l" t="t" r="r" b="b"/>
              <a:pathLst>
                <a:path w="379739" h="7768" extrusionOk="0">
                  <a:moveTo>
                    <a:pt x="0" y="0"/>
                  </a:moveTo>
                  <a:lnTo>
                    <a:pt x="379740" y="0"/>
                  </a:lnTo>
                  <a:lnTo>
                    <a:pt x="379740"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 name="Google Shape;551;p9"/>
            <p:cNvSpPr/>
            <p:nvPr/>
          </p:nvSpPr>
          <p:spPr>
            <a:xfrm rot="-2547986">
              <a:off x="2720526" y="1634047"/>
              <a:ext cx="188875" cy="7766"/>
            </a:xfrm>
            <a:custGeom>
              <a:avLst/>
              <a:gdLst/>
              <a:ahLst/>
              <a:cxnLst/>
              <a:rect l="l" t="t" r="r" b="b"/>
              <a:pathLst>
                <a:path w="188919" h="7768" extrusionOk="0">
                  <a:moveTo>
                    <a:pt x="0" y="0"/>
                  </a:moveTo>
                  <a:lnTo>
                    <a:pt x="188920" y="0"/>
                  </a:lnTo>
                  <a:lnTo>
                    <a:pt x="188920"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2" name="Google Shape;552;p9"/>
          <p:cNvGrpSpPr/>
          <p:nvPr/>
        </p:nvGrpSpPr>
        <p:grpSpPr>
          <a:xfrm>
            <a:off x="2248307" y="114306"/>
            <a:ext cx="5838223" cy="4910186"/>
            <a:chOff x="2248307" y="114306"/>
            <a:chExt cx="5838223" cy="4910186"/>
          </a:xfrm>
        </p:grpSpPr>
        <p:sp>
          <p:nvSpPr>
            <p:cNvPr id="553" name="Google Shape;553;p9"/>
            <p:cNvSpPr/>
            <p:nvPr/>
          </p:nvSpPr>
          <p:spPr>
            <a:xfrm>
              <a:off x="2248307" y="4473075"/>
              <a:ext cx="551423" cy="551417"/>
            </a:xfrm>
            <a:custGeom>
              <a:avLst/>
              <a:gdLst/>
              <a:ahLst/>
              <a:cxnLst/>
              <a:rect l="l" t="t" r="r" b="b"/>
              <a:pathLst>
                <a:path w="551423" h="551417" extrusionOk="0">
                  <a:moveTo>
                    <a:pt x="109338" y="551418"/>
                  </a:moveTo>
                  <a:cubicBezTo>
                    <a:pt x="81328" y="551418"/>
                    <a:pt x="53318" y="540750"/>
                    <a:pt x="31983" y="519440"/>
                  </a:cubicBezTo>
                  <a:cubicBezTo>
                    <a:pt x="-10661" y="476795"/>
                    <a:pt x="-10661" y="407376"/>
                    <a:pt x="31983" y="364731"/>
                  </a:cubicBezTo>
                  <a:lnTo>
                    <a:pt x="364731" y="31984"/>
                  </a:lnTo>
                  <a:cubicBezTo>
                    <a:pt x="407376" y="-10661"/>
                    <a:pt x="476795" y="-10661"/>
                    <a:pt x="519440" y="31984"/>
                  </a:cubicBezTo>
                  <a:cubicBezTo>
                    <a:pt x="562084" y="74628"/>
                    <a:pt x="562084" y="144048"/>
                    <a:pt x="519440" y="186692"/>
                  </a:cubicBezTo>
                  <a:lnTo>
                    <a:pt x="186692" y="519440"/>
                  </a:lnTo>
                  <a:cubicBezTo>
                    <a:pt x="165358" y="540774"/>
                    <a:pt x="137348" y="551418"/>
                    <a:pt x="109338" y="551418"/>
                  </a:cubicBezTo>
                  <a:close/>
                  <a:moveTo>
                    <a:pt x="442086" y="11980"/>
                  </a:moveTo>
                  <a:cubicBezTo>
                    <a:pt x="417140" y="11980"/>
                    <a:pt x="392195" y="21483"/>
                    <a:pt x="373212" y="40465"/>
                  </a:cubicBezTo>
                  <a:lnTo>
                    <a:pt x="40465" y="373213"/>
                  </a:lnTo>
                  <a:cubicBezTo>
                    <a:pt x="2477" y="411177"/>
                    <a:pt x="2477" y="472970"/>
                    <a:pt x="40465" y="510959"/>
                  </a:cubicBezTo>
                  <a:cubicBezTo>
                    <a:pt x="78430" y="548947"/>
                    <a:pt x="140223" y="548947"/>
                    <a:pt x="178211" y="510959"/>
                  </a:cubicBezTo>
                  <a:lnTo>
                    <a:pt x="510959" y="178211"/>
                  </a:lnTo>
                  <a:cubicBezTo>
                    <a:pt x="548947" y="140223"/>
                    <a:pt x="548947" y="78453"/>
                    <a:pt x="510959" y="40465"/>
                  </a:cubicBezTo>
                  <a:cubicBezTo>
                    <a:pt x="491977" y="21483"/>
                    <a:pt x="467031" y="11980"/>
                    <a:pt x="442086" y="1198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54" name="Google Shape;554;p9"/>
            <p:cNvSpPr/>
            <p:nvPr/>
          </p:nvSpPr>
          <p:spPr>
            <a:xfrm>
              <a:off x="2714002" y="4706081"/>
              <a:ext cx="187672" cy="187690"/>
            </a:xfrm>
            <a:custGeom>
              <a:avLst/>
              <a:gdLst/>
              <a:ahLst/>
              <a:cxnLst/>
              <a:rect l="l" t="t" r="r" b="b"/>
              <a:pathLst>
                <a:path w="187672" h="187690" extrusionOk="0">
                  <a:moveTo>
                    <a:pt x="49897" y="187690"/>
                  </a:moveTo>
                  <a:cubicBezTo>
                    <a:pt x="36569" y="187690"/>
                    <a:pt x="24025" y="182487"/>
                    <a:pt x="14593" y="173079"/>
                  </a:cubicBezTo>
                  <a:cubicBezTo>
                    <a:pt x="-4864" y="153622"/>
                    <a:pt x="-4864" y="121953"/>
                    <a:pt x="14593" y="102472"/>
                  </a:cubicBezTo>
                  <a:lnTo>
                    <a:pt x="102472" y="14593"/>
                  </a:lnTo>
                  <a:cubicBezTo>
                    <a:pt x="121929" y="-4864"/>
                    <a:pt x="153598" y="-4864"/>
                    <a:pt x="173079" y="14593"/>
                  </a:cubicBezTo>
                  <a:cubicBezTo>
                    <a:pt x="192536" y="34050"/>
                    <a:pt x="192536" y="65719"/>
                    <a:pt x="173079" y="85200"/>
                  </a:cubicBezTo>
                  <a:lnTo>
                    <a:pt x="85200" y="173079"/>
                  </a:lnTo>
                  <a:cubicBezTo>
                    <a:pt x="75769" y="182511"/>
                    <a:pt x="63224" y="187690"/>
                    <a:pt x="49897" y="187690"/>
                  </a:cubicBezTo>
                  <a:close/>
                  <a:moveTo>
                    <a:pt x="137776" y="8392"/>
                  </a:moveTo>
                  <a:cubicBezTo>
                    <a:pt x="127133" y="8392"/>
                    <a:pt x="116512" y="12431"/>
                    <a:pt x="108411" y="20532"/>
                  </a:cubicBezTo>
                  <a:lnTo>
                    <a:pt x="20532" y="108412"/>
                  </a:lnTo>
                  <a:cubicBezTo>
                    <a:pt x="4330" y="124590"/>
                    <a:pt x="4330" y="150937"/>
                    <a:pt x="20532" y="167140"/>
                  </a:cubicBezTo>
                  <a:cubicBezTo>
                    <a:pt x="28372" y="174980"/>
                    <a:pt x="38802" y="179304"/>
                    <a:pt x="49897" y="179304"/>
                  </a:cubicBezTo>
                  <a:cubicBezTo>
                    <a:pt x="60991" y="179304"/>
                    <a:pt x="71421" y="174980"/>
                    <a:pt x="79261" y="167140"/>
                  </a:cubicBezTo>
                  <a:lnTo>
                    <a:pt x="167140" y="79261"/>
                  </a:lnTo>
                  <a:cubicBezTo>
                    <a:pt x="183343" y="63082"/>
                    <a:pt x="183343" y="36735"/>
                    <a:pt x="167140" y="20532"/>
                  </a:cubicBezTo>
                  <a:cubicBezTo>
                    <a:pt x="159039" y="12431"/>
                    <a:pt x="148419" y="8392"/>
                    <a:pt x="137776" y="83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55" name="Google Shape;555;p9"/>
            <p:cNvSpPr/>
            <p:nvPr/>
          </p:nvSpPr>
          <p:spPr>
            <a:xfrm>
              <a:off x="7535107" y="114306"/>
              <a:ext cx="551423" cy="551417"/>
            </a:xfrm>
            <a:custGeom>
              <a:avLst/>
              <a:gdLst/>
              <a:ahLst/>
              <a:cxnLst/>
              <a:rect l="l" t="t" r="r" b="b"/>
              <a:pathLst>
                <a:path w="551423" h="551417" extrusionOk="0">
                  <a:moveTo>
                    <a:pt x="109338" y="551418"/>
                  </a:moveTo>
                  <a:cubicBezTo>
                    <a:pt x="81328" y="551418"/>
                    <a:pt x="53318" y="540750"/>
                    <a:pt x="31983" y="519440"/>
                  </a:cubicBezTo>
                  <a:cubicBezTo>
                    <a:pt x="-10661" y="476795"/>
                    <a:pt x="-10661" y="407376"/>
                    <a:pt x="31983" y="364731"/>
                  </a:cubicBezTo>
                  <a:lnTo>
                    <a:pt x="364731" y="31984"/>
                  </a:lnTo>
                  <a:cubicBezTo>
                    <a:pt x="407376" y="-10661"/>
                    <a:pt x="476795" y="-10661"/>
                    <a:pt x="519440" y="31984"/>
                  </a:cubicBezTo>
                  <a:cubicBezTo>
                    <a:pt x="562084" y="74628"/>
                    <a:pt x="562084" y="144048"/>
                    <a:pt x="519440" y="186692"/>
                  </a:cubicBezTo>
                  <a:lnTo>
                    <a:pt x="186692" y="519440"/>
                  </a:lnTo>
                  <a:cubicBezTo>
                    <a:pt x="165358" y="540774"/>
                    <a:pt x="137348" y="551418"/>
                    <a:pt x="109338" y="551418"/>
                  </a:cubicBezTo>
                  <a:close/>
                  <a:moveTo>
                    <a:pt x="442086" y="11980"/>
                  </a:moveTo>
                  <a:cubicBezTo>
                    <a:pt x="417140" y="11980"/>
                    <a:pt x="392195" y="21483"/>
                    <a:pt x="373212" y="40465"/>
                  </a:cubicBezTo>
                  <a:lnTo>
                    <a:pt x="40465" y="373213"/>
                  </a:lnTo>
                  <a:cubicBezTo>
                    <a:pt x="2477" y="411177"/>
                    <a:pt x="2477" y="472970"/>
                    <a:pt x="40465" y="510959"/>
                  </a:cubicBezTo>
                  <a:cubicBezTo>
                    <a:pt x="78430" y="548947"/>
                    <a:pt x="140223" y="548947"/>
                    <a:pt x="178211" y="510959"/>
                  </a:cubicBezTo>
                  <a:lnTo>
                    <a:pt x="510959" y="178211"/>
                  </a:lnTo>
                  <a:cubicBezTo>
                    <a:pt x="548947" y="140223"/>
                    <a:pt x="548947" y="78453"/>
                    <a:pt x="510959" y="40465"/>
                  </a:cubicBezTo>
                  <a:cubicBezTo>
                    <a:pt x="491977" y="21483"/>
                    <a:pt x="467031" y="11980"/>
                    <a:pt x="442086" y="1198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556" name="Google Shape;556;p9"/>
          <p:cNvGrpSpPr/>
          <p:nvPr/>
        </p:nvGrpSpPr>
        <p:grpSpPr>
          <a:xfrm>
            <a:off x="112246" y="3613143"/>
            <a:ext cx="499089" cy="513267"/>
            <a:chOff x="4220079" y="1854297"/>
            <a:chExt cx="340373" cy="350042"/>
          </a:xfrm>
        </p:grpSpPr>
        <p:grpSp>
          <p:nvGrpSpPr>
            <p:cNvPr id="557" name="Google Shape;557;p9"/>
            <p:cNvGrpSpPr/>
            <p:nvPr/>
          </p:nvGrpSpPr>
          <p:grpSpPr>
            <a:xfrm>
              <a:off x="4220079" y="2179347"/>
              <a:ext cx="340373" cy="24992"/>
              <a:chOff x="4220079" y="2179347"/>
              <a:chExt cx="340373" cy="24992"/>
            </a:xfrm>
          </p:grpSpPr>
          <p:sp>
            <p:nvSpPr>
              <p:cNvPr id="558" name="Google Shape;558;p9"/>
              <p:cNvSpPr/>
              <p:nvPr/>
            </p:nvSpPr>
            <p:spPr>
              <a:xfrm>
                <a:off x="4220079"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59" name="Google Shape;559;p9"/>
              <p:cNvSpPr/>
              <p:nvPr/>
            </p:nvSpPr>
            <p:spPr>
              <a:xfrm>
                <a:off x="4325206"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60" name="Google Shape;560;p9"/>
              <p:cNvSpPr/>
              <p:nvPr/>
            </p:nvSpPr>
            <p:spPr>
              <a:xfrm>
                <a:off x="4430333"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61" name="Google Shape;561;p9"/>
              <p:cNvSpPr/>
              <p:nvPr/>
            </p:nvSpPr>
            <p:spPr>
              <a:xfrm>
                <a:off x="4535460"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562" name="Google Shape;562;p9"/>
            <p:cNvGrpSpPr/>
            <p:nvPr/>
          </p:nvGrpSpPr>
          <p:grpSpPr>
            <a:xfrm>
              <a:off x="4220079" y="2070989"/>
              <a:ext cx="340373" cy="24992"/>
              <a:chOff x="4220079" y="2070989"/>
              <a:chExt cx="340373" cy="24992"/>
            </a:xfrm>
          </p:grpSpPr>
          <p:sp>
            <p:nvSpPr>
              <p:cNvPr id="563" name="Google Shape;563;p9"/>
              <p:cNvSpPr/>
              <p:nvPr/>
            </p:nvSpPr>
            <p:spPr>
              <a:xfrm>
                <a:off x="4220079"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64" name="Google Shape;564;p9"/>
              <p:cNvSpPr/>
              <p:nvPr/>
            </p:nvSpPr>
            <p:spPr>
              <a:xfrm>
                <a:off x="4325206"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65" name="Google Shape;565;p9"/>
              <p:cNvSpPr/>
              <p:nvPr/>
            </p:nvSpPr>
            <p:spPr>
              <a:xfrm>
                <a:off x="4430333"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66" name="Google Shape;566;p9"/>
              <p:cNvSpPr/>
              <p:nvPr/>
            </p:nvSpPr>
            <p:spPr>
              <a:xfrm>
                <a:off x="4535460"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567" name="Google Shape;567;p9"/>
            <p:cNvGrpSpPr/>
            <p:nvPr/>
          </p:nvGrpSpPr>
          <p:grpSpPr>
            <a:xfrm>
              <a:off x="4220079" y="1962655"/>
              <a:ext cx="340373" cy="24992"/>
              <a:chOff x="4220079" y="1962655"/>
              <a:chExt cx="340373" cy="24992"/>
            </a:xfrm>
          </p:grpSpPr>
          <p:sp>
            <p:nvSpPr>
              <p:cNvPr id="568" name="Google Shape;568;p9"/>
              <p:cNvSpPr/>
              <p:nvPr/>
            </p:nvSpPr>
            <p:spPr>
              <a:xfrm>
                <a:off x="4220079"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69" name="Google Shape;569;p9"/>
              <p:cNvSpPr/>
              <p:nvPr/>
            </p:nvSpPr>
            <p:spPr>
              <a:xfrm>
                <a:off x="4325206"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70" name="Google Shape;570;p9"/>
              <p:cNvSpPr/>
              <p:nvPr/>
            </p:nvSpPr>
            <p:spPr>
              <a:xfrm>
                <a:off x="4430333"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71" name="Google Shape;571;p9"/>
              <p:cNvSpPr/>
              <p:nvPr/>
            </p:nvSpPr>
            <p:spPr>
              <a:xfrm>
                <a:off x="4535460"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572" name="Google Shape;572;p9"/>
            <p:cNvGrpSpPr/>
            <p:nvPr/>
          </p:nvGrpSpPr>
          <p:grpSpPr>
            <a:xfrm>
              <a:off x="4220079" y="1854297"/>
              <a:ext cx="340373" cy="24992"/>
              <a:chOff x="4220079" y="1854297"/>
              <a:chExt cx="340373" cy="24992"/>
            </a:xfrm>
          </p:grpSpPr>
          <p:sp>
            <p:nvSpPr>
              <p:cNvPr id="573" name="Google Shape;573;p9"/>
              <p:cNvSpPr/>
              <p:nvPr/>
            </p:nvSpPr>
            <p:spPr>
              <a:xfrm>
                <a:off x="4220079"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74" name="Google Shape;574;p9"/>
              <p:cNvSpPr/>
              <p:nvPr/>
            </p:nvSpPr>
            <p:spPr>
              <a:xfrm>
                <a:off x="4325206" y="1854297"/>
                <a:ext cx="24992" cy="24992"/>
              </a:xfrm>
              <a:custGeom>
                <a:avLst/>
                <a:gdLst/>
                <a:ahLst/>
                <a:cxnLst/>
                <a:rect l="l" t="t" r="r" b="b"/>
                <a:pathLst>
                  <a:path w="24992" h="24992" extrusionOk="0">
                    <a:moveTo>
                      <a:pt x="24993" y="12496"/>
                    </a:moveTo>
                    <a:cubicBezTo>
                      <a:pt x="24993" y="19398"/>
                      <a:pt x="19398" y="24993"/>
                      <a:pt x="12496" y="24993"/>
                    </a:cubicBezTo>
                    <a:cubicBezTo>
                      <a:pt x="5595" y="24993"/>
                      <a:pt x="0" y="19398"/>
                      <a:pt x="0" y="12496"/>
                    </a:cubicBezTo>
                    <a:cubicBezTo>
                      <a:pt x="0" y="5595"/>
                      <a:pt x="5595" y="0"/>
                      <a:pt x="12496" y="0"/>
                    </a:cubicBezTo>
                    <a:cubicBezTo>
                      <a:pt x="19398" y="0"/>
                      <a:pt x="24993" y="5595"/>
                      <a:pt x="24993" y="124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75" name="Google Shape;575;p9"/>
              <p:cNvSpPr/>
              <p:nvPr/>
            </p:nvSpPr>
            <p:spPr>
              <a:xfrm>
                <a:off x="4430333"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576" name="Google Shape;576;p9"/>
              <p:cNvSpPr/>
              <p:nvPr/>
            </p:nvSpPr>
            <p:spPr>
              <a:xfrm>
                <a:off x="4535460"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77"/>
        <p:cNvGrpSpPr/>
        <p:nvPr/>
      </p:nvGrpSpPr>
      <p:grpSpPr>
        <a:xfrm>
          <a:off x="0" y="0"/>
          <a:ext cx="0" cy="0"/>
          <a:chOff x="0" y="0"/>
          <a:chExt cx="0" cy="0"/>
        </a:xfrm>
      </p:grpSpPr>
      <p:sp>
        <p:nvSpPr>
          <p:cNvPr id="578" name="Google Shape;578;p10"/>
          <p:cNvSpPr>
            <a:spLocks noGrp="1"/>
          </p:cNvSpPr>
          <p:nvPr>
            <p:ph type="pic" idx="2"/>
          </p:nvPr>
        </p:nvSpPr>
        <p:spPr>
          <a:xfrm>
            <a:off x="-6875" y="0"/>
            <a:ext cx="9144000" cy="5157300"/>
          </a:xfrm>
          <a:prstGeom prst="rect">
            <a:avLst/>
          </a:prstGeom>
          <a:noFill/>
          <a:ln>
            <a:noFill/>
          </a:ln>
        </p:spPr>
      </p:sp>
      <p:sp>
        <p:nvSpPr>
          <p:cNvPr id="579" name="Google Shape;579;p10"/>
          <p:cNvSpPr txBox="1">
            <a:spLocks noGrp="1"/>
          </p:cNvSpPr>
          <p:nvPr>
            <p:ph type="title"/>
          </p:nvPr>
        </p:nvSpPr>
        <p:spPr>
          <a:xfrm>
            <a:off x="720000" y="403800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489"/>
        <p:cNvGrpSpPr/>
        <p:nvPr/>
      </p:nvGrpSpPr>
      <p:grpSpPr>
        <a:xfrm>
          <a:off x="0" y="0"/>
          <a:ext cx="0" cy="0"/>
          <a:chOff x="0" y="0"/>
          <a:chExt cx="0" cy="0"/>
        </a:xfrm>
      </p:grpSpPr>
      <p:grpSp>
        <p:nvGrpSpPr>
          <p:cNvPr id="1490" name="Google Shape;1490;p24"/>
          <p:cNvGrpSpPr/>
          <p:nvPr/>
        </p:nvGrpSpPr>
        <p:grpSpPr>
          <a:xfrm>
            <a:off x="7922929" y="-821786"/>
            <a:ext cx="2008342" cy="2293965"/>
            <a:chOff x="7922929" y="-821786"/>
            <a:chExt cx="2008342" cy="2293965"/>
          </a:xfrm>
        </p:grpSpPr>
        <p:sp>
          <p:nvSpPr>
            <p:cNvPr id="1491" name="Google Shape;1491;p24"/>
            <p:cNvSpPr/>
            <p:nvPr/>
          </p:nvSpPr>
          <p:spPr>
            <a:xfrm rot="-840520">
              <a:off x="8131143" y="-424840"/>
              <a:ext cx="1615092" cy="1727221"/>
            </a:xfrm>
            <a:custGeom>
              <a:avLst/>
              <a:gdLst/>
              <a:ahLst/>
              <a:cxnLst/>
              <a:rect l="l" t="t" r="r" b="b"/>
              <a:pathLst>
                <a:path w="1281847" h="1370840" extrusionOk="0">
                  <a:moveTo>
                    <a:pt x="66614" y="501867"/>
                  </a:moveTo>
                  <a:cubicBezTo>
                    <a:pt x="91678" y="533179"/>
                    <a:pt x="121493" y="558244"/>
                    <a:pt x="154160" y="576941"/>
                  </a:cubicBezTo>
                  <a:cubicBezTo>
                    <a:pt x="244842" y="628827"/>
                    <a:pt x="297418" y="726352"/>
                    <a:pt x="288224" y="830433"/>
                  </a:cubicBezTo>
                  <a:cubicBezTo>
                    <a:pt x="275894" y="970151"/>
                    <a:pt x="322221" y="1114977"/>
                    <a:pt x="430864" y="1224808"/>
                  </a:cubicBezTo>
                  <a:cubicBezTo>
                    <a:pt x="603937" y="1399758"/>
                    <a:pt x="886176" y="1420023"/>
                    <a:pt x="1082770" y="1272014"/>
                  </a:cubicBezTo>
                  <a:cubicBezTo>
                    <a:pt x="1313028" y="1098679"/>
                    <a:pt x="1347880" y="770279"/>
                    <a:pt x="1164638" y="552874"/>
                  </a:cubicBezTo>
                  <a:cubicBezTo>
                    <a:pt x="1075904" y="447581"/>
                    <a:pt x="952864" y="388448"/>
                    <a:pt x="825714" y="377853"/>
                  </a:cubicBezTo>
                  <a:cubicBezTo>
                    <a:pt x="722606" y="369276"/>
                    <a:pt x="633539" y="303967"/>
                    <a:pt x="599328" y="206324"/>
                  </a:cubicBezTo>
                  <a:cubicBezTo>
                    <a:pt x="587307" y="172041"/>
                    <a:pt x="568966" y="139303"/>
                    <a:pt x="544140" y="109844"/>
                  </a:cubicBezTo>
                  <a:cubicBezTo>
                    <a:pt x="431576" y="-23697"/>
                    <a:pt x="230042" y="-37951"/>
                    <a:pt x="99708" y="80694"/>
                  </a:cubicBezTo>
                  <a:cubicBezTo>
                    <a:pt x="-19080" y="188838"/>
                    <a:pt x="-33762" y="376451"/>
                    <a:pt x="66614" y="50186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nvGrpSpPr>
            <p:cNvPr id="1492" name="Google Shape;1492;p24"/>
            <p:cNvGrpSpPr/>
            <p:nvPr/>
          </p:nvGrpSpPr>
          <p:grpSpPr>
            <a:xfrm rot="-840983">
              <a:off x="8118248" y="-663642"/>
              <a:ext cx="1527249" cy="1800621"/>
              <a:chOff x="748471" y="3002789"/>
              <a:chExt cx="1212782" cy="1429866"/>
            </a:xfrm>
          </p:grpSpPr>
          <p:sp>
            <p:nvSpPr>
              <p:cNvPr id="1493" name="Google Shape;1493;p24"/>
              <p:cNvSpPr/>
              <p:nvPr/>
            </p:nvSpPr>
            <p:spPr>
              <a:xfrm rot="-4699508">
                <a:off x="1361376" y="4267950"/>
                <a:ext cx="8986" cy="266651"/>
              </a:xfrm>
              <a:custGeom>
                <a:avLst/>
                <a:gdLst/>
                <a:ahLst/>
                <a:cxnLst/>
                <a:rect l="l" t="t" r="r" b="b"/>
                <a:pathLst>
                  <a:path w="8980" h="266464" extrusionOk="0">
                    <a:moveTo>
                      <a:pt x="0" y="0"/>
                    </a:moveTo>
                    <a:lnTo>
                      <a:pt x="8980" y="0"/>
                    </a:lnTo>
                    <a:lnTo>
                      <a:pt x="8980" y="266464"/>
                    </a:lnTo>
                    <a:lnTo>
                      <a:pt x="0" y="2664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494" name="Google Shape;1494;p24"/>
              <p:cNvSpPr/>
              <p:nvPr/>
            </p:nvSpPr>
            <p:spPr>
              <a:xfrm rot="-4699508">
                <a:off x="1372544" y="4089133"/>
                <a:ext cx="8986" cy="518610"/>
              </a:xfrm>
              <a:custGeom>
                <a:avLst/>
                <a:gdLst/>
                <a:ahLst/>
                <a:cxnLst/>
                <a:rect l="l" t="t" r="r" b="b"/>
                <a:pathLst>
                  <a:path w="8980" h="518246" extrusionOk="0">
                    <a:moveTo>
                      <a:pt x="0" y="0"/>
                    </a:moveTo>
                    <a:lnTo>
                      <a:pt x="8980" y="0"/>
                    </a:lnTo>
                    <a:lnTo>
                      <a:pt x="8980" y="518246"/>
                    </a:lnTo>
                    <a:lnTo>
                      <a:pt x="0" y="51824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495" name="Google Shape;1495;p24"/>
              <p:cNvSpPr/>
              <p:nvPr/>
            </p:nvSpPr>
            <p:spPr>
              <a:xfrm rot="-4699508">
                <a:off x="1383390" y="3963077"/>
                <a:ext cx="8986" cy="664655"/>
              </a:xfrm>
              <a:custGeom>
                <a:avLst/>
                <a:gdLst/>
                <a:ahLst/>
                <a:cxnLst/>
                <a:rect l="l" t="t" r="r" b="b"/>
                <a:pathLst>
                  <a:path w="8980" h="664188" extrusionOk="0">
                    <a:moveTo>
                      <a:pt x="0" y="0"/>
                    </a:moveTo>
                    <a:lnTo>
                      <a:pt x="8980" y="0"/>
                    </a:lnTo>
                    <a:lnTo>
                      <a:pt x="8980" y="664189"/>
                    </a:lnTo>
                    <a:lnTo>
                      <a:pt x="0" y="66418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496" name="Google Shape;1496;p24"/>
              <p:cNvSpPr/>
              <p:nvPr/>
            </p:nvSpPr>
            <p:spPr>
              <a:xfrm rot="-4699508">
                <a:off x="1393887" y="3858354"/>
                <a:ext cx="8986" cy="767977"/>
              </a:xfrm>
              <a:custGeom>
                <a:avLst/>
                <a:gdLst/>
                <a:ahLst/>
                <a:cxnLst/>
                <a:rect l="l" t="t" r="r" b="b"/>
                <a:pathLst>
                  <a:path w="8980" h="767438" extrusionOk="0">
                    <a:moveTo>
                      <a:pt x="0" y="0"/>
                    </a:moveTo>
                    <a:lnTo>
                      <a:pt x="8980" y="0"/>
                    </a:lnTo>
                    <a:lnTo>
                      <a:pt x="8980" y="767439"/>
                    </a:lnTo>
                    <a:lnTo>
                      <a:pt x="0" y="76743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497" name="Google Shape;1497;p24"/>
              <p:cNvSpPr/>
              <p:nvPr/>
            </p:nvSpPr>
            <p:spPr>
              <a:xfrm rot="-4699508">
                <a:off x="1405026" y="3766465"/>
                <a:ext cx="8986" cy="845957"/>
              </a:xfrm>
              <a:custGeom>
                <a:avLst/>
                <a:gdLst/>
                <a:ahLst/>
                <a:cxnLst/>
                <a:rect l="l" t="t" r="r" b="b"/>
                <a:pathLst>
                  <a:path w="8980" h="845363" extrusionOk="0">
                    <a:moveTo>
                      <a:pt x="0" y="0"/>
                    </a:moveTo>
                    <a:lnTo>
                      <a:pt x="8980" y="0"/>
                    </a:lnTo>
                    <a:lnTo>
                      <a:pt x="8980" y="845363"/>
                    </a:lnTo>
                    <a:lnTo>
                      <a:pt x="0" y="8453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498" name="Google Shape;1498;p24"/>
              <p:cNvSpPr/>
              <p:nvPr/>
            </p:nvSpPr>
            <p:spPr>
              <a:xfrm rot="-4699508">
                <a:off x="1416186" y="3684056"/>
                <a:ext cx="8986" cy="904823"/>
              </a:xfrm>
              <a:custGeom>
                <a:avLst/>
                <a:gdLst/>
                <a:ahLst/>
                <a:cxnLst/>
                <a:rect l="l" t="t" r="r" b="b"/>
                <a:pathLst>
                  <a:path w="8980" h="904187" extrusionOk="0">
                    <a:moveTo>
                      <a:pt x="0" y="0"/>
                    </a:moveTo>
                    <a:lnTo>
                      <a:pt x="8980" y="0"/>
                    </a:lnTo>
                    <a:lnTo>
                      <a:pt x="8980" y="904187"/>
                    </a:lnTo>
                    <a:lnTo>
                      <a:pt x="0" y="9041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499" name="Google Shape;1499;p24"/>
              <p:cNvSpPr/>
              <p:nvPr/>
            </p:nvSpPr>
            <p:spPr>
              <a:xfrm rot="-4699508">
                <a:off x="1427099" y="3609884"/>
                <a:ext cx="8986" cy="947235"/>
              </a:xfrm>
              <a:custGeom>
                <a:avLst/>
                <a:gdLst/>
                <a:ahLst/>
                <a:cxnLst/>
                <a:rect l="l" t="t" r="r" b="b"/>
                <a:pathLst>
                  <a:path w="8980" h="946570" extrusionOk="0">
                    <a:moveTo>
                      <a:pt x="0" y="0"/>
                    </a:moveTo>
                    <a:lnTo>
                      <a:pt x="8980" y="0"/>
                    </a:lnTo>
                    <a:lnTo>
                      <a:pt x="8980" y="946571"/>
                    </a:lnTo>
                    <a:lnTo>
                      <a:pt x="0" y="94657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0" name="Google Shape;1500;p24"/>
              <p:cNvSpPr/>
              <p:nvPr/>
            </p:nvSpPr>
            <p:spPr>
              <a:xfrm rot="-4699508">
                <a:off x="1437988" y="3542767"/>
                <a:ext cx="8986" cy="975479"/>
              </a:xfrm>
              <a:custGeom>
                <a:avLst/>
                <a:gdLst/>
                <a:ahLst/>
                <a:cxnLst/>
                <a:rect l="l" t="t" r="r" b="b"/>
                <a:pathLst>
                  <a:path w="8980" h="974794" extrusionOk="0">
                    <a:moveTo>
                      <a:pt x="0" y="0"/>
                    </a:moveTo>
                    <a:lnTo>
                      <a:pt x="8980" y="0"/>
                    </a:lnTo>
                    <a:lnTo>
                      <a:pt x="8980" y="974795"/>
                    </a:lnTo>
                    <a:lnTo>
                      <a:pt x="0" y="97479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1" name="Google Shape;1501;p24"/>
              <p:cNvSpPr/>
              <p:nvPr/>
            </p:nvSpPr>
            <p:spPr>
              <a:xfrm rot="-4699508">
                <a:off x="1448937" y="3481869"/>
                <a:ext cx="8986" cy="991336"/>
              </a:xfrm>
              <a:custGeom>
                <a:avLst/>
                <a:gdLst/>
                <a:ahLst/>
                <a:cxnLst/>
                <a:rect l="l" t="t" r="r" b="b"/>
                <a:pathLst>
                  <a:path w="8980" h="990640" extrusionOk="0">
                    <a:moveTo>
                      <a:pt x="0" y="0"/>
                    </a:moveTo>
                    <a:lnTo>
                      <a:pt x="8980" y="0"/>
                    </a:lnTo>
                    <a:lnTo>
                      <a:pt x="8980" y="990641"/>
                    </a:lnTo>
                    <a:lnTo>
                      <a:pt x="0" y="99064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2" name="Google Shape;1502;p24"/>
              <p:cNvSpPr/>
              <p:nvPr/>
            </p:nvSpPr>
            <p:spPr>
              <a:xfrm rot="-4699508">
                <a:off x="1459572" y="3426460"/>
                <a:ext cx="8986" cy="996044"/>
              </a:xfrm>
              <a:custGeom>
                <a:avLst/>
                <a:gdLst/>
                <a:ahLst/>
                <a:cxnLst/>
                <a:rect l="l" t="t" r="r" b="b"/>
                <a:pathLst>
                  <a:path w="8980" h="995344" extrusionOk="0">
                    <a:moveTo>
                      <a:pt x="0" y="0"/>
                    </a:moveTo>
                    <a:lnTo>
                      <a:pt x="8980" y="0"/>
                    </a:lnTo>
                    <a:lnTo>
                      <a:pt x="8980" y="995344"/>
                    </a:lnTo>
                    <a:lnTo>
                      <a:pt x="0" y="9953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3" name="Google Shape;1503;p24"/>
              <p:cNvSpPr/>
              <p:nvPr/>
            </p:nvSpPr>
            <p:spPr>
              <a:xfrm rot="-4699508">
                <a:off x="1465175" y="3370731"/>
                <a:ext cx="8986" cy="999325"/>
              </a:xfrm>
              <a:custGeom>
                <a:avLst/>
                <a:gdLst/>
                <a:ahLst/>
                <a:cxnLst/>
                <a:rect l="l" t="t" r="r" b="b"/>
                <a:pathLst>
                  <a:path w="8980" h="998623" extrusionOk="0">
                    <a:moveTo>
                      <a:pt x="0" y="0"/>
                    </a:moveTo>
                    <a:lnTo>
                      <a:pt x="8980" y="0"/>
                    </a:lnTo>
                    <a:lnTo>
                      <a:pt x="8980" y="998623"/>
                    </a:lnTo>
                    <a:lnTo>
                      <a:pt x="0" y="9986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4" name="Google Shape;1504;p24"/>
              <p:cNvSpPr/>
              <p:nvPr/>
            </p:nvSpPr>
            <p:spPr>
              <a:xfrm rot="-4699508">
                <a:off x="1462102" y="3310351"/>
                <a:ext cx="8986" cy="1008359"/>
              </a:xfrm>
              <a:custGeom>
                <a:avLst/>
                <a:gdLst/>
                <a:ahLst/>
                <a:cxnLst/>
                <a:rect l="l" t="t" r="r" b="b"/>
                <a:pathLst>
                  <a:path w="8980" h="1007651" extrusionOk="0">
                    <a:moveTo>
                      <a:pt x="0" y="0"/>
                    </a:moveTo>
                    <a:lnTo>
                      <a:pt x="8980" y="0"/>
                    </a:lnTo>
                    <a:lnTo>
                      <a:pt x="8980" y="1007651"/>
                    </a:lnTo>
                    <a:lnTo>
                      <a:pt x="0" y="100765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5" name="Google Shape;1505;p24"/>
              <p:cNvSpPr/>
              <p:nvPr/>
            </p:nvSpPr>
            <p:spPr>
              <a:xfrm rot="-4699508">
                <a:off x="1448045" y="3242748"/>
                <a:ext cx="8986" cy="1027236"/>
              </a:xfrm>
              <a:custGeom>
                <a:avLst/>
                <a:gdLst/>
                <a:ahLst/>
                <a:cxnLst/>
                <a:rect l="l" t="t" r="r" b="b"/>
                <a:pathLst>
                  <a:path w="8980" h="1026514" extrusionOk="0">
                    <a:moveTo>
                      <a:pt x="0" y="0"/>
                    </a:moveTo>
                    <a:lnTo>
                      <a:pt x="8980" y="0"/>
                    </a:lnTo>
                    <a:lnTo>
                      <a:pt x="8980" y="1026514"/>
                    </a:lnTo>
                    <a:lnTo>
                      <a:pt x="0" y="10265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6" name="Google Shape;1506;p24"/>
              <p:cNvSpPr/>
              <p:nvPr/>
            </p:nvSpPr>
            <p:spPr>
              <a:xfrm rot="-4699508">
                <a:off x="1417703" y="3162117"/>
                <a:ext cx="8986" cy="1065535"/>
              </a:xfrm>
              <a:custGeom>
                <a:avLst/>
                <a:gdLst/>
                <a:ahLst/>
                <a:cxnLst/>
                <a:rect l="l" t="t" r="r" b="b"/>
                <a:pathLst>
                  <a:path w="8980" h="1064787" extrusionOk="0">
                    <a:moveTo>
                      <a:pt x="0" y="0"/>
                    </a:moveTo>
                    <a:lnTo>
                      <a:pt x="8980" y="0"/>
                    </a:lnTo>
                    <a:lnTo>
                      <a:pt x="8980" y="1064788"/>
                    </a:lnTo>
                    <a:lnTo>
                      <a:pt x="0" y="106478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7" name="Google Shape;1507;p24"/>
              <p:cNvSpPr/>
              <p:nvPr/>
            </p:nvSpPr>
            <p:spPr>
              <a:xfrm rot="-4699508">
                <a:off x="1368346" y="3067115"/>
                <a:ext cx="8986" cy="1124639"/>
              </a:xfrm>
              <a:custGeom>
                <a:avLst/>
                <a:gdLst/>
                <a:ahLst/>
                <a:cxnLst/>
                <a:rect l="l" t="t" r="r" b="b"/>
                <a:pathLst>
                  <a:path w="8980" h="1123849" extrusionOk="0">
                    <a:moveTo>
                      <a:pt x="0" y="0"/>
                    </a:moveTo>
                    <a:lnTo>
                      <a:pt x="8980" y="0"/>
                    </a:lnTo>
                    <a:lnTo>
                      <a:pt x="8980" y="1123849"/>
                    </a:lnTo>
                    <a:lnTo>
                      <a:pt x="0" y="11238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8" name="Google Shape;1508;p24"/>
              <p:cNvSpPr/>
              <p:nvPr/>
            </p:nvSpPr>
            <p:spPr>
              <a:xfrm rot="-4699508">
                <a:off x="1331620" y="2998359"/>
                <a:ext cx="8986" cy="1136478"/>
              </a:xfrm>
              <a:custGeom>
                <a:avLst/>
                <a:gdLst/>
                <a:ahLst/>
                <a:cxnLst/>
                <a:rect l="l" t="t" r="r" b="b"/>
                <a:pathLst>
                  <a:path w="8980" h="1135680" extrusionOk="0">
                    <a:moveTo>
                      <a:pt x="0" y="0"/>
                    </a:moveTo>
                    <a:lnTo>
                      <a:pt x="8980" y="0"/>
                    </a:lnTo>
                    <a:lnTo>
                      <a:pt x="8980" y="1135680"/>
                    </a:lnTo>
                    <a:lnTo>
                      <a:pt x="0" y="11356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09" name="Google Shape;1509;p24"/>
              <p:cNvSpPr/>
              <p:nvPr/>
            </p:nvSpPr>
            <p:spPr>
              <a:xfrm rot="-4699508">
                <a:off x="1298919" y="2947741"/>
                <a:ext cx="8986" cy="1113726"/>
              </a:xfrm>
              <a:custGeom>
                <a:avLst/>
                <a:gdLst/>
                <a:ahLst/>
                <a:cxnLst/>
                <a:rect l="l" t="t" r="r" b="b"/>
                <a:pathLst>
                  <a:path w="8980" h="1112944" extrusionOk="0">
                    <a:moveTo>
                      <a:pt x="0" y="0"/>
                    </a:moveTo>
                    <a:lnTo>
                      <a:pt x="8980" y="0"/>
                    </a:lnTo>
                    <a:lnTo>
                      <a:pt x="8980" y="1112944"/>
                    </a:lnTo>
                    <a:lnTo>
                      <a:pt x="0" y="11129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10" name="Google Shape;1510;p24"/>
              <p:cNvSpPr/>
              <p:nvPr/>
            </p:nvSpPr>
            <p:spPr>
              <a:xfrm rot="-4699508">
                <a:off x="1259905" y="2915413"/>
                <a:ext cx="8986" cy="1051795"/>
              </a:xfrm>
              <a:custGeom>
                <a:avLst/>
                <a:gdLst/>
                <a:ahLst/>
                <a:cxnLst/>
                <a:rect l="l" t="t" r="r" b="b"/>
                <a:pathLst>
                  <a:path w="8980" h="1051056" extrusionOk="0">
                    <a:moveTo>
                      <a:pt x="0" y="0"/>
                    </a:moveTo>
                    <a:lnTo>
                      <a:pt x="8980" y="0"/>
                    </a:lnTo>
                    <a:lnTo>
                      <a:pt x="8980" y="1051056"/>
                    </a:lnTo>
                    <a:lnTo>
                      <a:pt x="0" y="105105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11" name="Google Shape;1511;p24"/>
              <p:cNvSpPr/>
              <p:nvPr/>
            </p:nvSpPr>
            <p:spPr>
              <a:xfrm rot="-4699508">
                <a:off x="1177927" y="2928540"/>
                <a:ext cx="8986" cy="881167"/>
              </a:xfrm>
              <a:custGeom>
                <a:avLst/>
                <a:gdLst/>
                <a:ahLst/>
                <a:cxnLst/>
                <a:rect l="l" t="t" r="r" b="b"/>
                <a:pathLst>
                  <a:path w="8980" h="880548" extrusionOk="0">
                    <a:moveTo>
                      <a:pt x="0" y="0"/>
                    </a:moveTo>
                    <a:lnTo>
                      <a:pt x="8980" y="0"/>
                    </a:lnTo>
                    <a:lnTo>
                      <a:pt x="8980" y="880548"/>
                    </a:lnTo>
                    <a:lnTo>
                      <a:pt x="0" y="8805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12" name="Google Shape;1512;p24"/>
              <p:cNvSpPr/>
              <p:nvPr/>
            </p:nvSpPr>
            <p:spPr>
              <a:xfrm rot="-4699508">
                <a:off x="1085261" y="2959715"/>
                <a:ext cx="8986" cy="670052"/>
              </a:xfrm>
              <a:custGeom>
                <a:avLst/>
                <a:gdLst/>
                <a:ahLst/>
                <a:cxnLst/>
                <a:rect l="l" t="t" r="r" b="b"/>
                <a:pathLst>
                  <a:path w="8980" h="669581" extrusionOk="0">
                    <a:moveTo>
                      <a:pt x="0" y="0"/>
                    </a:moveTo>
                    <a:lnTo>
                      <a:pt x="8980" y="0"/>
                    </a:lnTo>
                    <a:lnTo>
                      <a:pt x="8980" y="669582"/>
                    </a:lnTo>
                    <a:lnTo>
                      <a:pt x="0" y="66958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13" name="Google Shape;1513;p24"/>
              <p:cNvSpPr/>
              <p:nvPr/>
            </p:nvSpPr>
            <p:spPr>
              <a:xfrm rot="-4699508">
                <a:off x="1074339" y="2933977"/>
                <a:ext cx="8986" cy="606527"/>
              </a:xfrm>
              <a:custGeom>
                <a:avLst/>
                <a:gdLst/>
                <a:ahLst/>
                <a:cxnLst/>
                <a:rect l="l" t="t" r="r" b="b"/>
                <a:pathLst>
                  <a:path w="8980" h="606101" extrusionOk="0">
                    <a:moveTo>
                      <a:pt x="0" y="0"/>
                    </a:moveTo>
                    <a:lnTo>
                      <a:pt x="8980" y="0"/>
                    </a:lnTo>
                    <a:lnTo>
                      <a:pt x="8980" y="606101"/>
                    </a:lnTo>
                    <a:lnTo>
                      <a:pt x="0" y="60610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14" name="Google Shape;1514;p24"/>
              <p:cNvSpPr/>
              <p:nvPr/>
            </p:nvSpPr>
            <p:spPr>
              <a:xfrm rot="-4699508">
                <a:off x="1079789" y="2905280"/>
                <a:ext cx="8986" cy="555626"/>
              </a:xfrm>
              <a:custGeom>
                <a:avLst/>
                <a:gdLst/>
                <a:ahLst/>
                <a:cxnLst/>
                <a:rect l="l" t="t" r="r" b="b"/>
                <a:pathLst>
                  <a:path w="8980" h="555236" extrusionOk="0">
                    <a:moveTo>
                      <a:pt x="0" y="0"/>
                    </a:moveTo>
                    <a:lnTo>
                      <a:pt x="8980" y="0"/>
                    </a:lnTo>
                    <a:lnTo>
                      <a:pt x="8980" y="555237"/>
                    </a:lnTo>
                    <a:lnTo>
                      <a:pt x="0" y="5552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15" name="Google Shape;1515;p24"/>
              <p:cNvSpPr/>
              <p:nvPr/>
            </p:nvSpPr>
            <p:spPr>
              <a:xfrm rot="-4699508">
                <a:off x="1090547" y="2885717"/>
                <a:ext cx="8986" cy="488726"/>
              </a:xfrm>
              <a:custGeom>
                <a:avLst/>
                <a:gdLst/>
                <a:ahLst/>
                <a:cxnLst/>
                <a:rect l="l" t="t" r="r" b="b"/>
                <a:pathLst>
                  <a:path w="8980" h="488383" extrusionOk="0">
                    <a:moveTo>
                      <a:pt x="0" y="0"/>
                    </a:moveTo>
                    <a:lnTo>
                      <a:pt x="8980" y="0"/>
                    </a:lnTo>
                    <a:lnTo>
                      <a:pt x="8980" y="488383"/>
                    </a:lnTo>
                    <a:lnTo>
                      <a:pt x="0" y="4883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16" name="Google Shape;1516;p24"/>
              <p:cNvSpPr/>
              <p:nvPr/>
            </p:nvSpPr>
            <p:spPr>
              <a:xfrm rot="-4699508">
                <a:off x="1101685" y="2886719"/>
                <a:ext cx="8986" cy="380838"/>
              </a:xfrm>
              <a:custGeom>
                <a:avLst/>
                <a:gdLst/>
                <a:ahLst/>
                <a:cxnLst/>
                <a:rect l="l" t="t" r="r" b="b"/>
                <a:pathLst>
                  <a:path w="8980" h="380571" extrusionOk="0">
                    <a:moveTo>
                      <a:pt x="0" y="0"/>
                    </a:moveTo>
                    <a:lnTo>
                      <a:pt x="8980" y="0"/>
                    </a:lnTo>
                    <a:lnTo>
                      <a:pt x="8980" y="380572"/>
                    </a:lnTo>
                    <a:lnTo>
                      <a:pt x="0" y="38057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17" name="Google Shape;1517;p24"/>
              <p:cNvSpPr/>
              <p:nvPr/>
            </p:nvSpPr>
            <p:spPr>
              <a:xfrm rot="-4699508">
                <a:off x="1113059" y="2940041"/>
                <a:ext cx="8986" cy="168368"/>
              </a:xfrm>
              <a:custGeom>
                <a:avLst/>
                <a:gdLst/>
                <a:ahLst/>
                <a:cxnLst/>
                <a:rect l="l" t="t" r="r" b="b"/>
                <a:pathLst>
                  <a:path w="8980" h="168250" extrusionOk="0">
                    <a:moveTo>
                      <a:pt x="0" y="0"/>
                    </a:moveTo>
                    <a:lnTo>
                      <a:pt x="8980" y="0"/>
                    </a:lnTo>
                    <a:lnTo>
                      <a:pt x="8980" y="168250"/>
                    </a:lnTo>
                    <a:lnTo>
                      <a:pt x="0" y="168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grpSp>
        <p:nvGrpSpPr>
          <p:cNvPr id="1518" name="Google Shape;1518;p24"/>
          <p:cNvGrpSpPr/>
          <p:nvPr/>
        </p:nvGrpSpPr>
        <p:grpSpPr>
          <a:xfrm>
            <a:off x="237007" y="114306"/>
            <a:ext cx="653367" cy="551417"/>
            <a:chOff x="237007" y="114306"/>
            <a:chExt cx="653367" cy="551417"/>
          </a:xfrm>
        </p:grpSpPr>
        <p:sp>
          <p:nvSpPr>
            <p:cNvPr id="1519" name="Google Shape;1519;p24"/>
            <p:cNvSpPr/>
            <p:nvPr/>
          </p:nvSpPr>
          <p:spPr>
            <a:xfrm>
              <a:off x="237007" y="114306"/>
              <a:ext cx="551423" cy="551417"/>
            </a:xfrm>
            <a:custGeom>
              <a:avLst/>
              <a:gdLst/>
              <a:ahLst/>
              <a:cxnLst/>
              <a:rect l="l" t="t" r="r" b="b"/>
              <a:pathLst>
                <a:path w="551423" h="551417" extrusionOk="0">
                  <a:moveTo>
                    <a:pt x="109338" y="551418"/>
                  </a:moveTo>
                  <a:cubicBezTo>
                    <a:pt x="81328" y="551418"/>
                    <a:pt x="53318" y="540750"/>
                    <a:pt x="31983" y="519440"/>
                  </a:cubicBezTo>
                  <a:cubicBezTo>
                    <a:pt x="-10661" y="476795"/>
                    <a:pt x="-10661" y="407376"/>
                    <a:pt x="31983" y="364731"/>
                  </a:cubicBezTo>
                  <a:lnTo>
                    <a:pt x="364731" y="31984"/>
                  </a:lnTo>
                  <a:cubicBezTo>
                    <a:pt x="407376" y="-10661"/>
                    <a:pt x="476795" y="-10661"/>
                    <a:pt x="519440" y="31984"/>
                  </a:cubicBezTo>
                  <a:cubicBezTo>
                    <a:pt x="562084" y="74628"/>
                    <a:pt x="562084" y="144048"/>
                    <a:pt x="519440" y="186692"/>
                  </a:cubicBezTo>
                  <a:lnTo>
                    <a:pt x="186692" y="519440"/>
                  </a:lnTo>
                  <a:cubicBezTo>
                    <a:pt x="165358" y="540774"/>
                    <a:pt x="137348" y="551418"/>
                    <a:pt x="109338" y="551418"/>
                  </a:cubicBezTo>
                  <a:close/>
                  <a:moveTo>
                    <a:pt x="442086" y="11980"/>
                  </a:moveTo>
                  <a:cubicBezTo>
                    <a:pt x="417140" y="11980"/>
                    <a:pt x="392195" y="21483"/>
                    <a:pt x="373212" y="40465"/>
                  </a:cubicBezTo>
                  <a:lnTo>
                    <a:pt x="40465" y="373213"/>
                  </a:lnTo>
                  <a:cubicBezTo>
                    <a:pt x="2477" y="411177"/>
                    <a:pt x="2477" y="472970"/>
                    <a:pt x="40465" y="510959"/>
                  </a:cubicBezTo>
                  <a:cubicBezTo>
                    <a:pt x="78430" y="548947"/>
                    <a:pt x="140223" y="548947"/>
                    <a:pt x="178211" y="510959"/>
                  </a:cubicBezTo>
                  <a:lnTo>
                    <a:pt x="510959" y="178211"/>
                  </a:lnTo>
                  <a:cubicBezTo>
                    <a:pt x="548947" y="140223"/>
                    <a:pt x="548947" y="78453"/>
                    <a:pt x="510959" y="40465"/>
                  </a:cubicBezTo>
                  <a:cubicBezTo>
                    <a:pt x="491977" y="21483"/>
                    <a:pt x="467031" y="11980"/>
                    <a:pt x="442086" y="1198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20" name="Google Shape;1520;p24"/>
            <p:cNvSpPr/>
            <p:nvPr/>
          </p:nvSpPr>
          <p:spPr>
            <a:xfrm>
              <a:off x="702702" y="347312"/>
              <a:ext cx="187672" cy="187690"/>
            </a:xfrm>
            <a:custGeom>
              <a:avLst/>
              <a:gdLst/>
              <a:ahLst/>
              <a:cxnLst/>
              <a:rect l="l" t="t" r="r" b="b"/>
              <a:pathLst>
                <a:path w="187672" h="187690" extrusionOk="0">
                  <a:moveTo>
                    <a:pt x="49897" y="187690"/>
                  </a:moveTo>
                  <a:cubicBezTo>
                    <a:pt x="36569" y="187690"/>
                    <a:pt x="24025" y="182487"/>
                    <a:pt x="14593" y="173079"/>
                  </a:cubicBezTo>
                  <a:cubicBezTo>
                    <a:pt x="-4864" y="153622"/>
                    <a:pt x="-4864" y="121953"/>
                    <a:pt x="14593" y="102472"/>
                  </a:cubicBezTo>
                  <a:lnTo>
                    <a:pt x="102472" y="14593"/>
                  </a:lnTo>
                  <a:cubicBezTo>
                    <a:pt x="121929" y="-4864"/>
                    <a:pt x="153598" y="-4864"/>
                    <a:pt x="173079" y="14593"/>
                  </a:cubicBezTo>
                  <a:cubicBezTo>
                    <a:pt x="192536" y="34050"/>
                    <a:pt x="192536" y="65719"/>
                    <a:pt x="173079" y="85200"/>
                  </a:cubicBezTo>
                  <a:lnTo>
                    <a:pt x="85200" y="173079"/>
                  </a:lnTo>
                  <a:cubicBezTo>
                    <a:pt x="75769" y="182511"/>
                    <a:pt x="63224" y="187690"/>
                    <a:pt x="49897" y="187690"/>
                  </a:cubicBezTo>
                  <a:close/>
                  <a:moveTo>
                    <a:pt x="137776" y="8392"/>
                  </a:moveTo>
                  <a:cubicBezTo>
                    <a:pt x="127133" y="8392"/>
                    <a:pt x="116512" y="12431"/>
                    <a:pt x="108411" y="20532"/>
                  </a:cubicBezTo>
                  <a:lnTo>
                    <a:pt x="20532" y="108412"/>
                  </a:lnTo>
                  <a:cubicBezTo>
                    <a:pt x="4330" y="124590"/>
                    <a:pt x="4330" y="150937"/>
                    <a:pt x="20532" y="167140"/>
                  </a:cubicBezTo>
                  <a:cubicBezTo>
                    <a:pt x="28372" y="174980"/>
                    <a:pt x="38802" y="179304"/>
                    <a:pt x="49897" y="179304"/>
                  </a:cubicBezTo>
                  <a:cubicBezTo>
                    <a:pt x="60991" y="179304"/>
                    <a:pt x="71421" y="174980"/>
                    <a:pt x="79261" y="167140"/>
                  </a:cubicBezTo>
                  <a:lnTo>
                    <a:pt x="167140" y="79261"/>
                  </a:lnTo>
                  <a:cubicBezTo>
                    <a:pt x="183343" y="63082"/>
                    <a:pt x="183343" y="36735"/>
                    <a:pt x="167140" y="20532"/>
                  </a:cubicBezTo>
                  <a:cubicBezTo>
                    <a:pt x="159039" y="12431"/>
                    <a:pt x="148419" y="8392"/>
                    <a:pt x="137776" y="83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1521" name="Google Shape;1521;p24"/>
          <p:cNvGrpSpPr/>
          <p:nvPr/>
        </p:nvGrpSpPr>
        <p:grpSpPr>
          <a:xfrm>
            <a:off x="8530621" y="4170468"/>
            <a:ext cx="499089" cy="513267"/>
            <a:chOff x="4220079" y="1854297"/>
            <a:chExt cx="340373" cy="350042"/>
          </a:xfrm>
        </p:grpSpPr>
        <p:grpSp>
          <p:nvGrpSpPr>
            <p:cNvPr id="1522" name="Google Shape;1522;p24"/>
            <p:cNvGrpSpPr/>
            <p:nvPr/>
          </p:nvGrpSpPr>
          <p:grpSpPr>
            <a:xfrm>
              <a:off x="4220079" y="2179347"/>
              <a:ext cx="340373" cy="24992"/>
              <a:chOff x="4220079" y="2179347"/>
              <a:chExt cx="340373" cy="24992"/>
            </a:xfrm>
          </p:grpSpPr>
          <p:sp>
            <p:nvSpPr>
              <p:cNvPr id="1523" name="Google Shape;1523;p24"/>
              <p:cNvSpPr/>
              <p:nvPr/>
            </p:nvSpPr>
            <p:spPr>
              <a:xfrm>
                <a:off x="4220079"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24" name="Google Shape;1524;p24"/>
              <p:cNvSpPr/>
              <p:nvPr/>
            </p:nvSpPr>
            <p:spPr>
              <a:xfrm>
                <a:off x="4325206"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25" name="Google Shape;1525;p24"/>
              <p:cNvSpPr/>
              <p:nvPr/>
            </p:nvSpPr>
            <p:spPr>
              <a:xfrm>
                <a:off x="4430333"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26" name="Google Shape;1526;p24"/>
              <p:cNvSpPr/>
              <p:nvPr/>
            </p:nvSpPr>
            <p:spPr>
              <a:xfrm>
                <a:off x="4535460"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1527" name="Google Shape;1527;p24"/>
            <p:cNvGrpSpPr/>
            <p:nvPr/>
          </p:nvGrpSpPr>
          <p:grpSpPr>
            <a:xfrm>
              <a:off x="4220079" y="2070989"/>
              <a:ext cx="340373" cy="24992"/>
              <a:chOff x="4220079" y="2070989"/>
              <a:chExt cx="340373" cy="24992"/>
            </a:xfrm>
          </p:grpSpPr>
          <p:sp>
            <p:nvSpPr>
              <p:cNvPr id="1528" name="Google Shape;1528;p24"/>
              <p:cNvSpPr/>
              <p:nvPr/>
            </p:nvSpPr>
            <p:spPr>
              <a:xfrm>
                <a:off x="4220079"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29" name="Google Shape;1529;p24"/>
              <p:cNvSpPr/>
              <p:nvPr/>
            </p:nvSpPr>
            <p:spPr>
              <a:xfrm>
                <a:off x="4325206"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30" name="Google Shape;1530;p24"/>
              <p:cNvSpPr/>
              <p:nvPr/>
            </p:nvSpPr>
            <p:spPr>
              <a:xfrm>
                <a:off x="4430333"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31" name="Google Shape;1531;p24"/>
              <p:cNvSpPr/>
              <p:nvPr/>
            </p:nvSpPr>
            <p:spPr>
              <a:xfrm>
                <a:off x="4535460"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1532" name="Google Shape;1532;p24"/>
            <p:cNvGrpSpPr/>
            <p:nvPr/>
          </p:nvGrpSpPr>
          <p:grpSpPr>
            <a:xfrm>
              <a:off x="4220079" y="1962655"/>
              <a:ext cx="340373" cy="24992"/>
              <a:chOff x="4220079" y="1962655"/>
              <a:chExt cx="340373" cy="24992"/>
            </a:xfrm>
          </p:grpSpPr>
          <p:sp>
            <p:nvSpPr>
              <p:cNvPr id="1533" name="Google Shape;1533;p24"/>
              <p:cNvSpPr/>
              <p:nvPr/>
            </p:nvSpPr>
            <p:spPr>
              <a:xfrm>
                <a:off x="4220079"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34" name="Google Shape;1534;p24"/>
              <p:cNvSpPr/>
              <p:nvPr/>
            </p:nvSpPr>
            <p:spPr>
              <a:xfrm>
                <a:off x="4325206"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35" name="Google Shape;1535;p24"/>
              <p:cNvSpPr/>
              <p:nvPr/>
            </p:nvSpPr>
            <p:spPr>
              <a:xfrm>
                <a:off x="4430333"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36" name="Google Shape;1536;p24"/>
              <p:cNvSpPr/>
              <p:nvPr/>
            </p:nvSpPr>
            <p:spPr>
              <a:xfrm>
                <a:off x="4535460"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nvGrpSpPr>
            <p:cNvPr id="1537" name="Google Shape;1537;p24"/>
            <p:cNvGrpSpPr/>
            <p:nvPr/>
          </p:nvGrpSpPr>
          <p:grpSpPr>
            <a:xfrm>
              <a:off x="4220079" y="1854297"/>
              <a:ext cx="340373" cy="24992"/>
              <a:chOff x="4220079" y="1854297"/>
              <a:chExt cx="340373" cy="24992"/>
            </a:xfrm>
          </p:grpSpPr>
          <p:sp>
            <p:nvSpPr>
              <p:cNvPr id="1538" name="Google Shape;1538;p24"/>
              <p:cNvSpPr/>
              <p:nvPr/>
            </p:nvSpPr>
            <p:spPr>
              <a:xfrm>
                <a:off x="4220079"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39" name="Google Shape;1539;p24"/>
              <p:cNvSpPr/>
              <p:nvPr/>
            </p:nvSpPr>
            <p:spPr>
              <a:xfrm>
                <a:off x="4325206" y="1854297"/>
                <a:ext cx="24992" cy="24992"/>
              </a:xfrm>
              <a:custGeom>
                <a:avLst/>
                <a:gdLst/>
                <a:ahLst/>
                <a:cxnLst/>
                <a:rect l="l" t="t" r="r" b="b"/>
                <a:pathLst>
                  <a:path w="24992" h="24992" extrusionOk="0">
                    <a:moveTo>
                      <a:pt x="24993" y="12496"/>
                    </a:moveTo>
                    <a:cubicBezTo>
                      <a:pt x="24993" y="19398"/>
                      <a:pt x="19398" y="24993"/>
                      <a:pt x="12496" y="24993"/>
                    </a:cubicBezTo>
                    <a:cubicBezTo>
                      <a:pt x="5595" y="24993"/>
                      <a:pt x="0" y="19398"/>
                      <a:pt x="0" y="12496"/>
                    </a:cubicBezTo>
                    <a:cubicBezTo>
                      <a:pt x="0" y="5595"/>
                      <a:pt x="5595" y="0"/>
                      <a:pt x="12496" y="0"/>
                    </a:cubicBezTo>
                    <a:cubicBezTo>
                      <a:pt x="19398" y="0"/>
                      <a:pt x="24993" y="5595"/>
                      <a:pt x="24993" y="124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40" name="Google Shape;1540;p24"/>
              <p:cNvSpPr/>
              <p:nvPr/>
            </p:nvSpPr>
            <p:spPr>
              <a:xfrm>
                <a:off x="4430333"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541" name="Google Shape;1541;p24"/>
              <p:cNvSpPr/>
              <p:nvPr/>
            </p:nvSpPr>
            <p:spPr>
              <a:xfrm>
                <a:off x="4535460"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542"/>
        <p:cNvGrpSpPr/>
        <p:nvPr/>
      </p:nvGrpSpPr>
      <p:grpSpPr>
        <a:xfrm>
          <a:off x="0" y="0"/>
          <a:ext cx="0" cy="0"/>
          <a:chOff x="0" y="0"/>
          <a:chExt cx="0" cy="0"/>
        </a:xfrm>
      </p:grpSpPr>
      <p:grpSp>
        <p:nvGrpSpPr>
          <p:cNvPr id="1543" name="Google Shape;1543;p25"/>
          <p:cNvGrpSpPr/>
          <p:nvPr/>
        </p:nvGrpSpPr>
        <p:grpSpPr>
          <a:xfrm>
            <a:off x="-557847" y="239134"/>
            <a:ext cx="9041490" cy="5735872"/>
            <a:chOff x="-557847" y="239134"/>
            <a:chExt cx="9041490" cy="5735872"/>
          </a:xfrm>
        </p:grpSpPr>
        <p:sp>
          <p:nvSpPr>
            <p:cNvPr id="1544" name="Google Shape;1544;p25"/>
            <p:cNvSpPr/>
            <p:nvPr/>
          </p:nvSpPr>
          <p:spPr>
            <a:xfrm rot="-10460669">
              <a:off x="-493011" y="506546"/>
              <a:ext cx="1856822" cy="1407546"/>
            </a:xfrm>
            <a:custGeom>
              <a:avLst/>
              <a:gdLst/>
              <a:ahLst/>
              <a:cxnLst/>
              <a:rect l="l" t="t" r="r" b="b"/>
              <a:pathLst>
                <a:path w="1435172" h="1087918" extrusionOk="0">
                  <a:moveTo>
                    <a:pt x="228834" y="599192"/>
                  </a:moveTo>
                  <a:cubicBezTo>
                    <a:pt x="241045" y="559635"/>
                    <a:pt x="240546" y="517442"/>
                    <a:pt x="245773" y="476365"/>
                  </a:cubicBezTo>
                  <a:cubicBezTo>
                    <a:pt x="251000" y="435289"/>
                    <a:pt x="263686" y="392382"/>
                    <a:pt x="295236" y="365560"/>
                  </a:cubicBezTo>
                  <a:cubicBezTo>
                    <a:pt x="348501" y="320278"/>
                    <a:pt x="429609" y="338999"/>
                    <a:pt x="494063" y="366107"/>
                  </a:cubicBezTo>
                  <a:cubicBezTo>
                    <a:pt x="558517" y="393190"/>
                    <a:pt x="629053" y="426950"/>
                    <a:pt x="695122" y="404119"/>
                  </a:cubicBezTo>
                  <a:cubicBezTo>
                    <a:pt x="769317" y="378484"/>
                    <a:pt x="802174" y="294882"/>
                    <a:pt x="837430" y="224750"/>
                  </a:cubicBezTo>
                  <a:cubicBezTo>
                    <a:pt x="876677" y="146659"/>
                    <a:pt x="931700" y="73105"/>
                    <a:pt x="1008626" y="31601"/>
                  </a:cubicBezTo>
                  <a:cubicBezTo>
                    <a:pt x="1216362" y="-80487"/>
                    <a:pt x="1411981" y="126441"/>
                    <a:pt x="1433031" y="325838"/>
                  </a:cubicBezTo>
                  <a:cubicBezTo>
                    <a:pt x="1444007" y="429824"/>
                    <a:pt x="1412361" y="537351"/>
                    <a:pt x="1348216" y="619742"/>
                  </a:cubicBezTo>
                  <a:cubicBezTo>
                    <a:pt x="1312271" y="665903"/>
                    <a:pt x="1283049" y="690017"/>
                    <a:pt x="1225747" y="709165"/>
                  </a:cubicBezTo>
                  <a:cubicBezTo>
                    <a:pt x="1170748" y="727530"/>
                    <a:pt x="1112470" y="737888"/>
                    <a:pt x="1061582" y="766920"/>
                  </a:cubicBezTo>
                  <a:cubicBezTo>
                    <a:pt x="992115" y="806547"/>
                    <a:pt x="945954" y="875800"/>
                    <a:pt x="894567" y="937071"/>
                  </a:cubicBezTo>
                  <a:cubicBezTo>
                    <a:pt x="843156" y="998342"/>
                    <a:pt x="776777" y="1056832"/>
                    <a:pt x="696857" y="1060016"/>
                  </a:cubicBezTo>
                  <a:cubicBezTo>
                    <a:pt x="606341" y="1063603"/>
                    <a:pt x="525494" y="995063"/>
                    <a:pt x="434906" y="995111"/>
                  </a:cubicBezTo>
                  <a:cubicBezTo>
                    <a:pt x="379433" y="995111"/>
                    <a:pt x="328663" y="1020768"/>
                    <a:pt x="280435" y="1045358"/>
                  </a:cubicBezTo>
                  <a:cubicBezTo>
                    <a:pt x="231210" y="1070469"/>
                    <a:pt x="176187" y="1093609"/>
                    <a:pt x="119716" y="1086672"/>
                  </a:cubicBezTo>
                  <a:cubicBezTo>
                    <a:pt x="94058" y="1083536"/>
                    <a:pt x="68376" y="1074698"/>
                    <a:pt x="49274" y="1057284"/>
                  </a:cubicBezTo>
                  <a:cubicBezTo>
                    <a:pt x="19198" y="1029868"/>
                    <a:pt x="6488" y="982091"/>
                    <a:pt x="1641" y="942963"/>
                  </a:cubicBezTo>
                  <a:cubicBezTo>
                    <a:pt x="-3752" y="899463"/>
                    <a:pt x="4183" y="854252"/>
                    <a:pt x="24923" y="815575"/>
                  </a:cubicBezTo>
                  <a:cubicBezTo>
                    <a:pt x="49251" y="770222"/>
                    <a:pt x="90850" y="734586"/>
                    <a:pt x="139054" y="716720"/>
                  </a:cubicBezTo>
                  <a:cubicBezTo>
                    <a:pt x="164712" y="707217"/>
                    <a:pt x="176662" y="697738"/>
                    <a:pt x="192770" y="674408"/>
                  </a:cubicBezTo>
                  <a:cubicBezTo>
                    <a:pt x="208545" y="651553"/>
                    <a:pt x="220685" y="625729"/>
                    <a:pt x="228881" y="59921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45" name="Google Shape;1545;p25"/>
            <p:cNvGrpSpPr/>
            <p:nvPr/>
          </p:nvGrpSpPr>
          <p:grpSpPr>
            <a:xfrm rot="-10463378">
              <a:off x="-344685" y="323124"/>
              <a:ext cx="1773124" cy="1121838"/>
              <a:chOff x="6395258" y="4147425"/>
              <a:chExt cx="1367082" cy="865012"/>
            </a:xfrm>
          </p:grpSpPr>
          <p:sp>
            <p:nvSpPr>
              <p:cNvPr id="1546" name="Google Shape;1546;p25"/>
              <p:cNvSpPr/>
              <p:nvPr/>
            </p:nvSpPr>
            <p:spPr>
              <a:xfrm rot="-3548076">
                <a:off x="6374808" y="4705175"/>
                <a:ext cx="112163" cy="7760"/>
              </a:xfrm>
              <a:custGeom>
                <a:avLst/>
                <a:gdLst/>
                <a:ahLst/>
                <a:cxnLst/>
                <a:rect l="l" t="t" r="r" b="b"/>
                <a:pathLst>
                  <a:path w="112277" h="7768" extrusionOk="0">
                    <a:moveTo>
                      <a:pt x="0" y="0"/>
                    </a:moveTo>
                    <a:lnTo>
                      <a:pt x="112278" y="0"/>
                    </a:lnTo>
                    <a:lnTo>
                      <a:pt x="112278"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7" name="Google Shape;1547;p25"/>
              <p:cNvSpPr/>
              <p:nvPr/>
            </p:nvSpPr>
            <p:spPr>
              <a:xfrm rot="-3548076">
                <a:off x="6334952" y="4728925"/>
                <a:ext cx="261350" cy="7760"/>
              </a:xfrm>
              <a:custGeom>
                <a:avLst/>
                <a:gdLst/>
                <a:ahLst/>
                <a:cxnLst/>
                <a:rect l="l" t="t" r="r" b="b"/>
                <a:pathLst>
                  <a:path w="261617" h="7768" extrusionOk="0">
                    <a:moveTo>
                      <a:pt x="0" y="0"/>
                    </a:moveTo>
                    <a:lnTo>
                      <a:pt x="261618" y="0"/>
                    </a:lnTo>
                    <a:lnTo>
                      <a:pt x="261618"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8" name="Google Shape;1548;p25"/>
              <p:cNvSpPr/>
              <p:nvPr/>
            </p:nvSpPr>
            <p:spPr>
              <a:xfrm rot="-3548076">
                <a:off x="6333430" y="4744370"/>
                <a:ext cx="343871" cy="7760"/>
              </a:xfrm>
              <a:custGeom>
                <a:avLst/>
                <a:gdLst/>
                <a:ahLst/>
                <a:cxnLst/>
                <a:rect l="l" t="t" r="r" b="b"/>
                <a:pathLst>
                  <a:path w="344222" h="7768" extrusionOk="0">
                    <a:moveTo>
                      <a:pt x="0" y="0"/>
                    </a:moveTo>
                    <a:lnTo>
                      <a:pt x="344222" y="0"/>
                    </a:lnTo>
                    <a:lnTo>
                      <a:pt x="344222"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9" name="Google Shape;1549;p25"/>
              <p:cNvSpPr/>
              <p:nvPr/>
            </p:nvSpPr>
            <p:spPr>
              <a:xfrm rot="-3548076">
                <a:off x="6277704" y="4618859"/>
                <a:ext cx="703194" cy="7760"/>
              </a:xfrm>
              <a:custGeom>
                <a:avLst/>
                <a:gdLst/>
                <a:ahLst/>
                <a:cxnLst/>
                <a:rect l="l" t="t" r="r" b="b"/>
                <a:pathLst>
                  <a:path w="703911" h="7768" extrusionOk="0">
                    <a:moveTo>
                      <a:pt x="0" y="0"/>
                    </a:moveTo>
                    <a:lnTo>
                      <a:pt x="703911" y="0"/>
                    </a:lnTo>
                    <a:lnTo>
                      <a:pt x="703911"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25"/>
              <p:cNvSpPr/>
              <p:nvPr/>
            </p:nvSpPr>
            <p:spPr>
              <a:xfrm rot="-3548076">
                <a:off x="6315674" y="4631097"/>
                <a:ext cx="710598" cy="7760"/>
              </a:xfrm>
              <a:custGeom>
                <a:avLst/>
                <a:gdLst/>
                <a:ahLst/>
                <a:cxnLst/>
                <a:rect l="l" t="t" r="r" b="b"/>
                <a:pathLst>
                  <a:path w="711323" h="7768" extrusionOk="0">
                    <a:moveTo>
                      <a:pt x="0" y="0"/>
                    </a:moveTo>
                    <a:lnTo>
                      <a:pt x="711323" y="0"/>
                    </a:lnTo>
                    <a:lnTo>
                      <a:pt x="711323"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1" name="Google Shape;1551;p25"/>
              <p:cNvSpPr/>
              <p:nvPr/>
            </p:nvSpPr>
            <p:spPr>
              <a:xfrm rot="-3548076">
                <a:off x="6365778" y="4641671"/>
                <a:ext cx="695646" cy="7760"/>
              </a:xfrm>
              <a:custGeom>
                <a:avLst/>
                <a:gdLst/>
                <a:ahLst/>
                <a:cxnLst/>
                <a:rect l="l" t="t" r="r" b="b"/>
                <a:pathLst>
                  <a:path w="696356" h="7768" extrusionOk="0">
                    <a:moveTo>
                      <a:pt x="0" y="0"/>
                    </a:moveTo>
                    <a:lnTo>
                      <a:pt x="696357" y="0"/>
                    </a:lnTo>
                    <a:lnTo>
                      <a:pt x="696357"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2" name="Google Shape;1552;p25"/>
              <p:cNvSpPr/>
              <p:nvPr/>
            </p:nvSpPr>
            <p:spPr>
              <a:xfrm rot="-3548076">
                <a:off x="6427298" y="4648872"/>
                <a:ext cx="661969" cy="7760"/>
              </a:xfrm>
              <a:custGeom>
                <a:avLst/>
                <a:gdLst/>
                <a:ahLst/>
                <a:cxnLst/>
                <a:rect l="l" t="t" r="r" b="b"/>
                <a:pathLst>
                  <a:path w="662644" h="7768" extrusionOk="0">
                    <a:moveTo>
                      <a:pt x="0" y="0"/>
                    </a:moveTo>
                    <a:lnTo>
                      <a:pt x="662644" y="0"/>
                    </a:lnTo>
                    <a:lnTo>
                      <a:pt x="662644"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3" name="Google Shape;1553;p25"/>
              <p:cNvSpPr/>
              <p:nvPr/>
            </p:nvSpPr>
            <p:spPr>
              <a:xfrm rot="-3548076">
                <a:off x="6496658" y="4652649"/>
                <a:ext cx="616662" cy="7760"/>
              </a:xfrm>
              <a:custGeom>
                <a:avLst/>
                <a:gdLst/>
                <a:ahLst/>
                <a:cxnLst/>
                <a:rect l="l" t="t" r="r" b="b"/>
                <a:pathLst>
                  <a:path w="617291" h="7768" extrusionOk="0">
                    <a:moveTo>
                      <a:pt x="0" y="0"/>
                    </a:moveTo>
                    <a:lnTo>
                      <a:pt x="617291" y="0"/>
                    </a:lnTo>
                    <a:lnTo>
                      <a:pt x="617291"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4" name="Google Shape;1554;p25"/>
              <p:cNvSpPr/>
              <p:nvPr/>
            </p:nvSpPr>
            <p:spPr>
              <a:xfrm rot="-3548076">
                <a:off x="6562425" y="4657107"/>
                <a:ext cx="577786" cy="7760"/>
              </a:xfrm>
              <a:custGeom>
                <a:avLst/>
                <a:gdLst/>
                <a:ahLst/>
                <a:cxnLst/>
                <a:rect l="l" t="t" r="r" b="b"/>
                <a:pathLst>
                  <a:path w="578376" h="7768" extrusionOk="0">
                    <a:moveTo>
                      <a:pt x="0" y="0"/>
                    </a:moveTo>
                    <a:lnTo>
                      <a:pt x="578377" y="0"/>
                    </a:lnTo>
                    <a:lnTo>
                      <a:pt x="578377"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5" name="Google Shape;1555;p25"/>
              <p:cNvSpPr/>
              <p:nvPr/>
            </p:nvSpPr>
            <p:spPr>
              <a:xfrm rot="-3548076">
                <a:off x="6617378" y="4664401"/>
                <a:ext cx="557139" cy="7760"/>
              </a:xfrm>
              <a:custGeom>
                <a:avLst/>
                <a:gdLst/>
                <a:ahLst/>
                <a:cxnLst/>
                <a:rect l="l" t="t" r="r" b="b"/>
                <a:pathLst>
                  <a:path w="557707" h="7768" extrusionOk="0">
                    <a:moveTo>
                      <a:pt x="0" y="0"/>
                    </a:moveTo>
                    <a:lnTo>
                      <a:pt x="557707" y="0"/>
                    </a:lnTo>
                    <a:lnTo>
                      <a:pt x="557707" y="7768"/>
                    </a:lnTo>
                    <a:lnTo>
                      <a:pt x="0" y="77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25"/>
              <p:cNvSpPr/>
              <p:nvPr/>
            </p:nvSpPr>
            <p:spPr>
              <a:xfrm rot="-3548076">
                <a:off x="6659308" y="4672365"/>
                <a:ext cx="561672" cy="7760"/>
              </a:xfrm>
              <a:custGeom>
                <a:avLst/>
                <a:gdLst/>
                <a:ahLst/>
                <a:cxnLst/>
                <a:rect l="l" t="t" r="r" b="b"/>
                <a:pathLst>
                  <a:path w="562245" h="7768" extrusionOk="0">
                    <a:moveTo>
                      <a:pt x="0" y="0"/>
                    </a:moveTo>
                    <a:lnTo>
                      <a:pt x="562245" y="0"/>
                    </a:lnTo>
                    <a:lnTo>
                      <a:pt x="562245"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25"/>
              <p:cNvSpPr/>
              <p:nvPr/>
            </p:nvSpPr>
            <p:spPr>
              <a:xfrm rot="-3548076">
                <a:off x="6687450" y="4672497"/>
                <a:ext cx="603134" cy="7760"/>
              </a:xfrm>
              <a:custGeom>
                <a:avLst/>
                <a:gdLst/>
                <a:ahLst/>
                <a:cxnLst/>
                <a:rect l="l" t="t" r="r" b="b"/>
                <a:pathLst>
                  <a:path w="603749" h="7768" extrusionOk="0">
                    <a:moveTo>
                      <a:pt x="0" y="0"/>
                    </a:moveTo>
                    <a:lnTo>
                      <a:pt x="603749" y="0"/>
                    </a:lnTo>
                    <a:lnTo>
                      <a:pt x="603749" y="7768"/>
                    </a:lnTo>
                    <a:lnTo>
                      <a:pt x="0" y="77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25"/>
              <p:cNvSpPr/>
              <p:nvPr/>
            </p:nvSpPr>
            <p:spPr>
              <a:xfrm rot="-3548076">
                <a:off x="6672538" y="4603925"/>
                <a:ext cx="812818" cy="7760"/>
              </a:xfrm>
              <a:custGeom>
                <a:avLst/>
                <a:gdLst/>
                <a:ahLst/>
                <a:cxnLst/>
                <a:rect l="l" t="t" r="r" b="b"/>
                <a:pathLst>
                  <a:path w="813647" h="7768" extrusionOk="0">
                    <a:moveTo>
                      <a:pt x="0" y="0"/>
                    </a:moveTo>
                    <a:lnTo>
                      <a:pt x="813647" y="0"/>
                    </a:lnTo>
                    <a:lnTo>
                      <a:pt x="813647" y="7768"/>
                    </a:lnTo>
                    <a:lnTo>
                      <a:pt x="0" y="77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25"/>
              <p:cNvSpPr/>
              <p:nvPr/>
            </p:nvSpPr>
            <p:spPr>
              <a:xfrm rot="-3548076">
                <a:off x="6680801" y="4577167"/>
                <a:ext cx="926263" cy="7760"/>
              </a:xfrm>
              <a:custGeom>
                <a:avLst/>
                <a:gdLst/>
                <a:ahLst/>
                <a:cxnLst/>
                <a:rect l="l" t="t" r="r" b="b"/>
                <a:pathLst>
                  <a:path w="927208" h="7768" extrusionOk="0">
                    <a:moveTo>
                      <a:pt x="0" y="0"/>
                    </a:moveTo>
                    <a:lnTo>
                      <a:pt x="927208" y="0"/>
                    </a:lnTo>
                    <a:lnTo>
                      <a:pt x="927208"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25"/>
              <p:cNvSpPr/>
              <p:nvPr/>
            </p:nvSpPr>
            <p:spPr>
              <a:xfrm rot="-3548076">
                <a:off x="6705718" y="4573499"/>
                <a:ext cx="978713" cy="7760"/>
              </a:xfrm>
              <a:custGeom>
                <a:avLst/>
                <a:gdLst/>
                <a:ahLst/>
                <a:cxnLst/>
                <a:rect l="l" t="t" r="r" b="b"/>
                <a:pathLst>
                  <a:path w="979712" h="7768" extrusionOk="0">
                    <a:moveTo>
                      <a:pt x="0" y="0"/>
                    </a:moveTo>
                    <a:lnTo>
                      <a:pt x="979712" y="0"/>
                    </a:lnTo>
                    <a:lnTo>
                      <a:pt x="979712"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25"/>
              <p:cNvSpPr/>
              <p:nvPr/>
            </p:nvSpPr>
            <p:spPr>
              <a:xfrm rot="-3548076">
                <a:off x="6741249" y="4575884"/>
                <a:ext cx="1002707" cy="7760"/>
              </a:xfrm>
              <a:custGeom>
                <a:avLst/>
                <a:gdLst/>
                <a:ahLst/>
                <a:cxnLst/>
                <a:rect l="l" t="t" r="r" b="b"/>
                <a:pathLst>
                  <a:path w="1003730" h="7768" extrusionOk="0">
                    <a:moveTo>
                      <a:pt x="0" y="0"/>
                    </a:moveTo>
                    <a:lnTo>
                      <a:pt x="1003731" y="0"/>
                    </a:lnTo>
                    <a:lnTo>
                      <a:pt x="1003731"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25"/>
              <p:cNvSpPr/>
              <p:nvPr/>
            </p:nvSpPr>
            <p:spPr>
              <a:xfrm rot="-3548076">
                <a:off x="6791078" y="4578061"/>
                <a:ext cx="998411" cy="7760"/>
              </a:xfrm>
              <a:custGeom>
                <a:avLst/>
                <a:gdLst/>
                <a:ahLst/>
                <a:cxnLst/>
                <a:rect l="l" t="t" r="r" b="b"/>
                <a:pathLst>
                  <a:path w="999430" h="7768" extrusionOk="0">
                    <a:moveTo>
                      <a:pt x="0" y="0"/>
                    </a:moveTo>
                    <a:lnTo>
                      <a:pt x="999431" y="0"/>
                    </a:lnTo>
                    <a:lnTo>
                      <a:pt x="999431"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25"/>
              <p:cNvSpPr/>
              <p:nvPr/>
            </p:nvSpPr>
            <p:spPr>
              <a:xfrm rot="-3548076">
                <a:off x="6859312" y="4575625"/>
                <a:ext cx="962788" cy="7760"/>
              </a:xfrm>
              <a:custGeom>
                <a:avLst/>
                <a:gdLst/>
                <a:ahLst/>
                <a:cxnLst/>
                <a:rect l="l" t="t" r="r" b="b"/>
                <a:pathLst>
                  <a:path w="963770" h="7768" extrusionOk="0">
                    <a:moveTo>
                      <a:pt x="0" y="0"/>
                    </a:moveTo>
                    <a:lnTo>
                      <a:pt x="963771" y="0"/>
                    </a:lnTo>
                    <a:lnTo>
                      <a:pt x="963771"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25"/>
              <p:cNvSpPr/>
              <p:nvPr/>
            </p:nvSpPr>
            <p:spPr>
              <a:xfrm rot="-3548076">
                <a:off x="6957099" y="4561432"/>
                <a:ext cx="882190" cy="7760"/>
              </a:xfrm>
              <a:custGeom>
                <a:avLst/>
                <a:gdLst/>
                <a:ahLst/>
                <a:cxnLst/>
                <a:rect l="l" t="t" r="r" b="b"/>
                <a:pathLst>
                  <a:path w="883090" h="7768" extrusionOk="0">
                    <a:moveTo>
                      <a:pt x="0" y="0"/>
                    </a:moveTo>
                    <a:lnTo>
                      <a:pt x="883090" y="0"/>
                    </a:lnTo>
                    <a:lnTo>
                      <a:pt x="883090"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5" name="Google Shape;1565;p25"/>
              <p:cNvSpPr/>
              <p:nvPr/>
            </p:nvSpPr>
            <p:spPr>
              <a:xfrm rot="-3548076">
                <a:off x="7083167" y="4535372"/>
                <a:ext cx="759156" cy="7760"/>
              </a:xfrm>
              <a:custGeom>
                <a:avLst/>
                <a:gdLst/>
                <a:ahLst/>
                <a:cxnLst/>
                <a:rect l="l" t="t" r="r" b="b"/>
                <a:pathLst>
                  <a:path w="759931" h="7768" extrusionOk="0">
                    <a:moveTo>
                      <a:pt x="0" y="0"/>
                    </a:moveTo>
                    <a:lnTo>
                      <a:pt x="759932" y="0"/>
                    </a:lnTo>
                    <a:lnTo>
                      <a:pt x="759932"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6" name="Google Shape;1566;p25"/>
              <p:cNvSpPr/>
              <p:nvPr/>
            </p:nvSpPr>
            <p:spPr>
              <a:xfrm rot="-3548076">
                <a:off x="7180946" y="4529401"/>
                <a:ext cx="668733" cy="7760"/>
              </a:xfrm>
              <a:custGeom>
                <a:avLst/>
                <a:gdLst/>
                <a:ahLst/>
                <a:cxnLst/>
                <a:rect l="l" t="t" r="r" b="b"/>
                <a:pathLst>
                  <a:path w="669415" h="7768" extrusionOk="0">
                    <a:moveTo>
                      <a:pt x="0" y="0"/>
                    </a:moveTo>
                    <a:lnTo>
                      <a:pt x="669415" y="0"/>
                    </a:lnTo>
                    <a:lnTo>
                      <a:pt x="669415"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25"/>
              <p:cNvSpPr/>
              <p:nvPr/>
            </p:nvSpPr>
            <p:spPr>
              <a:xfrm rot="-3548076">
                <a:off x="7255596" y="4540667"/>
                <a:ext cx="603893" cy="7760"/>
              </a:xfrm>
              <a:custGeom>
                <a:avLst/>
                <a:gdLst/>
                <a:ahLst/>
                <a:cxnLst/>
                <a:rect l="l" t="t" r="r" b="b"/>
                <a:pathLst>
                  <a:path w="604509" h="7768" extrusionOk="0">
                    <a:moveTo>
                      <a:pt x="0" y="0"/>
                    </a:moveTo>
                    <a:lnTo>
                      <a:pt x="604509" y="0"/>
                    </a:lnTo>
                    <a:lnTo>
                      <a:pt x="604509"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25"/>
              <p:cNvSpPr/>
              <p:nvPr/>
            </p:nvSpPr>
            <p:spPr>
              <a:xfrm rot="-3548076">
                <a:off x="7323225" y="4560438"/>
                <a:ext cx="542970" cy="7760"/>
              </a:xfrm>
              <a:custGeom>
                <a:avLst/>
                <a:gdLst/>
                <a:ahLst/>
                <a:cxnLst/>
                <a:rect l="l" t="t" r="r" b="b"/>
                <a:pathLst>
                  <a:path w="543524" h="7768" extrusionOk="0">
                    <a:moveTo>
                      <a:pt x="0" y="0"/>
                    </a:moveTo>
                    <a:lnTo>
                      <a:pt x="543525" y="0"/>
                    </a:lnTo>
                    <a:lnTo>
                      <a:pt x="543525" y="7768"/>
                    </a:lnTo>
                    <a:lnTo>
                      <a:pt x="0" y="77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25"/>
              <p:cNvSpPr/>
              <p:nvPr/>
            </p:nvSpPr>
            <p:spPr>
              <a:xfrm rot="-3548076">
                <a:off x="7392205" y="4584971"/>
                <a:ext cx="473621" cy="7760"/>
              </a:xfrm>
              <a:custGeom>
                <a:avLst/>
                <a:gdLst/>
                <a:ahLst/>
                <a:cxnLst/>
                <a:rect l="l" t="t" r="r" b="b"/>
                <a:pathLst>
                  <a:path w="474104" h="7768" extrusionOk="0">
                    <a:moveTo>
                      <a:pt x="0" y="0"/>
                    </a:moveTo>
                    <a:lnTo>
                      <a:pt x="474105" y="0"/>
                    </a:lnTo>
                    <a:lnTo>
                      <a:pt x="474105"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25"/>
              <p:cNvSpPr/>
              <p:nvPr/>
            </p:nvSpPr>
            <p:spPr>
              <a:xfrm rot="-3548076">
                <a:off x="7472025" y="4612245"/>
                <a:ext cx="379353" cy="7760"/>
              </a:xfrm>
              <a:custGeom>
                <a:avLst/>
                <a:gdLst/>
                <a:ahLst/>
                <a:cxnLst/>
                <a:rect l="l" t="t" r="r" b="b"/>
                <a:pathLst>
                  <a:path w="379740" h="7768" extrusionOk="0">
                    <a:moveTo>
                      <a:pt x="0" y="0"/>
                    </a:moveTo>
                    <a:lnTo>
                      <a:pt x="379740" y="0"/>
                    </a:lnTo>
                    <a:lnTo>
                      <a:pt x="379740"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25"/>
              <p:cNvSpPr/>
              <p:nvPr/>
            </p:nvSpPr>
            <p:spPr>
              <a:xfrm rot="-3548076">
                <a:off x="7602846" y="4634806"/>
                <a:ext cx="188726" cy="7760"/>
              </a:xfrm>
              <a:custGeom>
                <a:avLst/>
                <a:gdLst/>
                <a:ahLst/>
                <a:cxnLst/>
                <a:rect l="l" t="t" r="r" b="b"/>
                <a:pathLst>
                  <a:path w="188919" h="7768" extrusionOk="0">
                    <a:moveTo>
                      <a:pt x="0" y="0"/>
                    </a:moveTo>
                    <a:lnTo>
                      <a:pt x="188920" y="0"/>
                    </a:lnTo>
                    <a:lnTo>
                      <a:pt x="188920" y="7769"/>
                    </a:lnTo>
                    <a:lnTo>
                      <a:pt x="0" y="77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72" name="Google Shape;1572;p25"/>
            <p:cNvSpPr/>
            <p:nvPr/>
          </p:nvSpPr>
          <p:spPr>
            <a:xfrm>
              <a:off x="6756975" y="4247747"/>
              <a:ext cx="1615127" cy="1727258"/>
            </a:xfrm>
            <a:custGeom>
              <a:avLst/>
              <a:gdLst/>
              <a:ahLst/>
              <a:cxnLst/>
              <a:rect l="l" t="t" r="r" b="b"/>
              <a:pathLst>
                <a:path w="1281847" h="1370840" extrusionOk="0">
                  <a:moveTo>
                    <a:pt x="66614" y="501867"/>
                  </a:moveTo>
                  <a:cubicBezTo>
                    <a:pt x="91678" y="533179"/>
                    <a:pt x="121493" y="558244"/>
                    <a:pt x="154160" y="576941"/>
                  </a:cubicBezTo>
                  <a:cubicBezTo>
                    <a:pt x="244842" y="628827"/>
                    <a:pt x="297418" y="726352"/>
                    <a:pt x="288224" y="830433"/>
                  </a:cubicBezTo>
                  <a:cubicBezTo>
                    <a:pt x="275894" y="970151"/>
                    <a:pt x="322221" y="1114977"/>
                    <a:pt x="430864" y="1224808"/>
                  </a:cubicBezTo>
                  <a:cubicBezTo>
                    <a:pt x="603937" y="1399758"/>
                    <a:pt x="886176" y="1420023"/>
                    <a:pt x="1082770" y="1272014"/>
                  </a:cubicBezTo>
                  <a:cubicBezTo>
                    <a:pt x="1313028" y="1098679"/>
                    <a:pt x="1347880" y="770279"/>
                    <a:pt x="1164638" y="552874"/>
                  </a:cubicBezTo>
                  <a:cubicBezTo>
                    <a:pt x="1075904" y="447581"/>
                    <a:pt x="952864" y="388448"/>
                    <a:pt x="825714" y="377853"/>
                  </a:cubicBezTo>
                  <a:cubicBezTo>
                    <a:pt x="722606" y="369276"/>
                    <a:pt x="633539" y="303967"/>
                    <a:pt x="599328" y="206324"/>
                  </a:cubicBezTo>
                  <a:cubicBezTo>
                    <a:pt x="587307" y="172041"/>
                    <a:pt x="568966" y="139303"/>
                    <a:pt x="544140" y="109844"/>
                  </a:cubicBezTo>
                  <a:cubicBezTo>
                    <a:pt x="431576" y="-23697"/>
                    <a:pt x="230042" y="-37951"/>
                    <a:pt x="99708" y="80694"/>
                  </a:cubicBezTo>
                  <a:cubicBezTo>
                    <a:pt x="-19080" y="188838"/>
                    <a:pt x="-33762" y="376451"/>
                    <a:pt x="66614" y="50186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73" name="Google Shape;1573;p25"/>
            <p:cNvGrpSpPr/>
            <p:nvPr/>
          </p:nvGrpSpPr>
          <p:grpSpPr>
            <a:xfrm>
              <a:off x="6956387" y="3960486"/>
              <a:ext cx="1527257" cy="1800631"/>
              <a:chOff x="748471" y="3002789"/>
              <a:chExt cx="1212782" cy="1429866"/>
            </a:xfrm>
          </p:grpSpPr>
          <p:sp>
            <p:nvSpPr>
              <p:cNvPr id="1574" name="Google Shape;1574;p25"/>
              <p:cNvSpPr/>
              <p:nvPr/>
            </p:nvSpPr>
            <p:spPr>
              <a:xfrm rot="-4699508">
                <a:off x="1361376" y="4267950"/>
                <a:ext cx="8986" cy="266651"/>
              </a:xfrm>
              <a:custGeom>
                <a:avLst/>
                <a:gdLst/>
                <a:ahLst/>
                <a:cxnLst/>
                <a:rect l="l" t="t" r="r" b="b"/>
                <a:pathLst>
                  <a:path w="8980" h="266464" extrusionOk="0">
                    <a:moveTo>
                      <a:pt x="0" y="0"/>
                    </a:moveTo>
                    <a:lnTo>
                      <a:pt x="8980" y="0"/>
                    </a:lnTo>
                    <a:lnTo>
                      <a:pt x="8980" y="266464"/>
                    </a:lnTo>
                    <a:lnTo>
                      <a:pt x="0" y="2664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25"/>
              <p:cNvSpPr/>
              <p:nvPr/>
            </p:nvSpPr>
            <p:spPr>
              <a:xfrm rot="-4699508">
                <a:off x="1372544" y="4089133"/>
                <a:ext cx="8986" cy="518610"/>
              </a:xfrm>
              <a:custGeom>
                <a:avLst/>
                <a:gdLst/>
                <a:ahLst/>
                <a:cxnLst/>
                <a:rect l="l" t="t" r="r" b="b"/>
                <a:pathLst>
                  <a:path w="8980" h="518246" extrusionOk="0">
                    <a:moveTo>
                      <a:pt x="0" y="0"/>
                    </a:moveTo>
                    <a:lnTo>
                      <a:pt x="8980" y="0"/>
                    </a:lnTo>
                    <a:lnTo>
                      <a:pt x="8980" y="518246"/>
                    </a:lnTo>
                    <a:lnTo>
                      <a:pt x="0" y="51824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6" name="Google Shape;1576;p25"/>
              <p:cNvSpPr/>
              <p:nvPr/>
            </p:nvSpPr>
            <p:spPr>
              <a:xfrm rot="-4699508">
                <a:off x="1383390" y="3963077"/>
                <a:ext cx="8986" cy="664655"/>
              </a:xfrm>
              <a:custGeom>
                <a:avLst/>
                <a:gdLst/>
                <a:ahLst/>
                <a:cxnLst/>
                <a:rect l="l" t="t" r="r" b="b"/>
                <a:pathLst>
                  <a:path w="8980" h="664188" extrusionOk="0">
                    <a:moveTo>
                      <a:pt x="0" y="0"/>
                    </a:moveTo>
                    <a:lnTo>
                      <a:pt x="8980" y="0"/>
                    </a:lnTo>
                    <a:lnTo>
                      <a:pt x="8980" y="664189"/>
                    </a:lnTo>
                    <a:lnTo>
                      <a:pt x="0" y="66418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7" name="Google Shape;1577;p25"/>
              <p:cNvSpPr/>
              <p:nvPr/>
            </p:nvSpPr>
            <p:spPr>
              <a:xfrm rot="-4699508">
                <a:off x="1393887" y="3858354"/>
                <a:ext cx="8986" cy="767977"/>
              </a:xfrm>
              <a:custGeom>
                <a:avLst/>
                <a:gdLst/>
                <a:ahLst/>
                <a:cxnLst/>
                <a:rect l="l" t="t" r="r" b="b"/>
                <a:pathLst>
                  <a:path w="8980" h="767438" extrusionOk="0">
                    <a:moveTo>
                      <a:pt x="0" y="0"/>
                    </a:moveTo>
                    <a:lnTo>
                      <a:pt x="8980" y="0"/>
                    </a:lnTo>
                    <a:lnTo>
                      <a:pt x="8980" y="767439"/>
                    </a:lnTo>
                    <a:lnTo>
                      <a:pt x="0" y="76743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8" name="Google Shape;1578;p25"/>
              <p:cNvSpPr/>
              <p:nvPr/>
            </p:nvSpPr>
            <p:spPr>
              <a:xfrm rot="-4699508">
                <a:off x="1405026" y="3766465"/>
                <a:ext cx="8986" cy="845957"/>
              </a:xfrm>
              <a:custGeom>
                <a:avLst/>
                <a:gdLst/>
                <a:ahLst/>
                <a:cxnLst/>
                <a:rect l="l" t="t" r="r" b="b"/>
                <a:pathLst>
                  <a:path w="8980" h="845363" extrusionOk="0">
                    <a:moveTo>
                      <a:pt x="0" y="0"/>
                    </a:moveTo>
                    <a:lnTo>
                      <a:pt x="8980" y="0"/>
                    </a:lnTo>
                    <a:lnTo>
                      <a:pt x="8980" y="845363"/>
                    </a:lnTo>
                    <a:lnTo>
                      <a:pt x="0" y="8453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25"/>
              <p:cNvSpPr/>
              <p:nvPr/>
            </p:nvSpPr>
            <p:spPr>
              <a:xfrm rot="-4699508">
                <a:off x="1416186" y="3684056"/>
                <a:ext cx="8986" cy="904823"/>
              </a:xfrm>
              <a:custGeom>
                <a:avLst/>
                <a:gdLst/>
                <a:ahLst/>
                <a:cxnLst/>
                <a:rect l="l" t="t" r="r" b="b"/>
                <a:pathLst>
                  <a:path w="8980" h="904187" extrusionOk="0">
                    <a:moveTo>
                      <a:pt x="0" y="0"/>
                    </a:moveTo>
                    <a:lnTo>
                      <a:pt x="8980" y="0"/>
                    </a:lnTo>
                    <a:lnTo>
                      <a:pt x="8980" y="904187"/>
                    </a:lnTo>
                    <a:lnTo>
                      <a:pt x="0" y="9041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25"/>
              <p:cNvSpPr/>
              <p:nvPr/>
            </p:nvSpPr>
            <p:spPr>
              <a:xfrm rot="-4699508">
                <a:off x="1427099" y="3609884"/>
                <a:ext cx="8986" cy="947235"/>
              </a:xfrm>
              <a:custGeom>
                <a:avLst/>
                <a:gdLst/>
                <a:ahLst/>
                <a:cxnLst/>
                <a:rect l="l" t="t" r="r" b="b"/>
                <a:pathLst>
                  <a:path w="8980" h="946570" extrusionOk="0">
                    <a:moveTo>
                      <a:pt x="0" y="0"/>
                    </a:moveTo>
                    <a:lnTo>
                      <a:pt x="8980" y="0"/>
                    </a:lnTo>
                    <a:lnTo>
                      <a:pt x="8980" y="946571"/>
                    </a:lnTo>
                    <a:lnTo>
                      <a:pt x="0" y="94657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25"/>
              <p:cNvSpPr/>
              <p:nvPr/>
            </p:nvSpPr>
            <p:spPr>
              <a:xfrm rot="-4699508">
                <a:off x="1437988" y="3542767"/>
                <a:ext cx="8986" cy="975479"/>
              </a:xfrm>
              <a:custGeom>
                <a:avLst/>
                <a:gdLst/>
                <a:ahLst/>
                <a:cxnLst/>
                <a:rect l="l" t="t" r="r" b="b"/>
                <a:pathLst>
                  <a:path w="8980" h="974794" extrusionOk="0">
                    <a:moveTo>
                      <a:pt x="0" y="0"/>
                    </a:moveTo>
                    <a:lnTo>
                      <a:pt x="8980" y="0"/>
                    </a:lnTo>
                    <a:lnTo>
                      <a:pt x="8980" y="974795"/>
                    </a:lnTo>
                    <a:lnTo>
                      <a:pt x="0" y="97479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2" name="Google Shape;1582;p25"/>
              <p:cNvSpPr/>
              <p:nvPr/>
            </p:nvSpPr>
            <p:spPr>
              <a:xfrm rot="-4699508">
                <a:off x="1448937" y="3481869"/>
                <a:ext cx="8986" cy="991336"/>
              </a:xfrm>
              <a:custGeom>
                <a:avLst/>
                <a:gdLst/>
                <a:ahLst/>
                <a:cxnLst/>
                <a:rect l="l" t="t" r="r" b="b"/>
                <a:pathLst>
                  <a:path w="8980" h="990640" extrusionOk="0">
                    <a:moveTo>
                      <a:pt x="0" y="0"/>
                    </a:moveTo>
                    <a:lnTo>
                      <a:pt x="8980" y="0"/>
                    </a:lnTo>
                    <a:lnTo>
                      <a:pt x="8980" y="990641"/>
                    </a:lnTo>
                    <a:lnTo>
                      <a:pt x="0" y="99064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3" name="Google Shape;1583;p25"/>
              <p:cNvSpPr/>
              <p:nvPr/>
            </p:nvSpPr>
            <p:spPr>
              <a:xfrm rot="-4699508">
                <a:off x="1459572" y="3426460"/>
                <a:ext cx="8986" cy="996044"/>
              </a:xfrm>
              <a:custGeom>
                <a:avLst/>
                <a:gdLst/>
                <a:ahLst/>
                <a:cxnLst/>
                <a:rect l="l" t="t" r="r" b="b"/>
                <a:pathLst>
                  <a:path w="8980" h="995344" extrusionOk="0">
                    <a:moveTo>
                      <a:pt x="0" y="0"/>
                    </a:moveTo>
                    <a:lnTo>
                      <a:pt x="8980" y="0"/>
                    </a:lnTo>
                    <a:lnTo>
                      <a:pt x="8980" y="995344"/>
                    </a:lnTo>
                    <a:lnTo>
                      <a:pt x="0" y="9953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4" name="Google Shape;1584;p25"/>
              <p:cNvSpPr/>
              <p:nvPr/>
            </p:nvSpPr>
            <p:spPr>
              <a:xfrm rot="-4699508">
                <a:off x="1465175" y="3370731"/>
                <a:ext cx="8986" cy="999325"/>
              </a:xfrm>
              <a:custGeom>
                <a:avLst/>
                <a:gdLst/>
                <a:ahLst/>
                <a:cxnLst/>
                <a:rect l="l" t="t" r="r" b="b"/>
                <a:pathLst>
                  <a:path w="8980" h="998623" extrusionOk="0">
                    <a:moveTo>
                      <a:pt x="0" y="0"/>
                    </a:moveTo>
                    <a:lnTo>
                      <a:pt x="8980" y="0"/>
                    </a:lnTo>
                    <a:lnTo>
                      <a:pt x="8980" y="998623"/>
                    </a:lnTo>
                    <a:lnTo>
                      <a:pt x="0" y="9986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25"/>
              <p:cNvSpPr/>
              <p:nvPr/>
            </p:nvSpPr>
            <p:spPr>
              <a:xfrm rot="-4699508">
                <a:off x="1462102" y="3310351"/>
                <a:ext cx="8986" cy="1008359"/>
              </a:xfrm>
              <a:custGeom>
                <a:avLst/>
                <a:gdLst/>
                <a:ahLst/>
                <a:cxnLst/>
                <a:rect l="l" t="t" r="r" b="b"/>
                <a:pathLst>
                  <a:path w="8980" h="1007651" extrusionOk="0">
                    <a:moveTo>
                      <a:pt x="0" y="0"/>
                    </a:moveTo>
                    <a:lnTo>
                      <a:pt x="8980" y="0"/>
                    </a:lnTo>
                    <a:lnTo>
                      <a:pt x="8980" y="1007651"/>
                    </a:lnTo>
                    <a:lnTo>
                      <a:pt x="0" y="100765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25"/>
              <p:cNvSpPr/>
              <p:nvPr/>
            </p:nvSpPr>
            <p:spPr>
              <a:xfrm rot="-4699508">
                <a:off x="1448045" y="3242748"/>
                <a:ext cx="8986" cy="1027236"/>
              </a:xfrm>
              <a:custGeom>
                <a:avLst/>
                <a:gdLst/>
                <a:ahLst/>
                <a:cxnLst/>
                <a:rect l="l" t="t" r="r" b="b"/>
                <a:pathLst>
                  <a:path w="8980" h="1026514" extrusionOk="0">
                    <a:moveTo>
                      <a:pt x="0" y="0"/>
                    </a:moveTo>
                    <a:lnTo>
                      <a:pt x="8980" y="0"/>
                    </a:lnTo>
                    <a:lnTo>
                      <a:pt x="8980" y="1026514"/>
                    </a:lnTo>
                    <a:lnTo>
                      <a:pt x="0" y="10265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7" name="Google Shape;1587;p25"/>
              <p:cNvSpPr/>
              <p:nvPr/>
            </p:nvSpPr>
            <p:spPr>
              <a:xfrm rot="-4699508">
                <a:off x="1417703" y="3162117"/>
                <a:ext cx="8986" cy="1065535"/>
              </a:xfrm>
              <a:custGeom>
                <a:avLst/>
                <a:gdLst/>
                <a:ahLst/>
                <a:cxnLst/>
                <a:rect l="l" t="t" r="r" b="b"/>
                <a:pathLst>
                  <a:path w="8980" h="1064787" extrusionOk="0">
                    <a:moveTo>
                      <a:pt x="0" y="0"/>
                    </a:moveTo>
                    <a:lnTo>
                      <a:pt x="8980" y="0"/>
                    </a:lnTo>
                    <a:lnTo>
                      <a:pt x="8980" y="1064788"/>
                    </a:lnTo>
                    <a:lnTo>
                      <a:pt x="0" y="106478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8" name="Google Shape;1588;p25"/>
              <p:cNvSpPr/>
              <p:nvPr/>
            </p:nvSpPr>
            <p:spPr>
              <a:xfrm rot="-4699508">
                <a:off x="1368346" y="3067115"/>
                <a:ext cx="8986" cy="1124639"/>
              </a:xfrm>
              <a:custGeom>
                <a:avLst/>
                <a:gdLst/>
                <a:ahLst/>
                <a:cxnLst/>
                <a:rect l="l" t="t" r="r" b="b"/>
                <a:pathLst>
                  <a:path w="8980" h="1123849" extrusionOk="0">
                    <a:moveTo>
                      <a:pt x="0" y="0"/>
                    </a:moveTo>
                    <a:lnTo>
                      <a:pt x="8980" y="0"/>
                    </a:lnTo>
                    <a:lnTo>
                      <a:pt x="8980" y="1123849"/>
                    </a:lnTo>
                    <a:lnTo>
                      <a:pt x="0" y="11238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25"/>
              <p:cNvSpPr/>
              <p:nvPr/>
            </p:nvSpPr>
            <p:spPr>
              <a:xfrm rot="-4699508">
                <a:off x="1331620" y="2998359"/>
                <a:ext cx="8986" cy="1136478"/>
              </a:xfrm>
              <a:custGeom>
                <a:avLst/>
                <a:gdLst/>
                <a:ahLst/>
                <a:cxnLst/>
                <a:rect l="l" t="t" r="r" b="b"/>
                <a:pathLst>
                  <a:path w="8980" h="1135680" extrusionOk="0">
                    <a:moveTo>
                      <a:pt x="0" y="0"/>
                    </a:moveTo>
                    <a:lnTo>
                      <a:pt x="8980" y="0"/>
                    </a:lnTo>
                    <a:lnTo>
                      <a:pt x="8980" y="1135680"/>
                    </a:lnTo>
                    <a:lnTo>
                      <a:pt x="0" y="11356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0" name="Google Shape;1590;p25"/>
              <p:cNvSpPr/>
              <p:nvPr/>
            </p:nvSpPr>
            <p:spPr>
              <a:xfrm rot="-4699508">
                <a:off x="1298919" y="2947741"/>
                <a:ext cx="8986" cy="1113726"/>
              </a:xfrm>
              <a:custGeom>
                <a:avLst/>
                <a:gdLst/>
                <a:ahLst/>
                <a:cxnLst/>
                <a:rect l="l" t="t" r="r" b="b"/>
                <a:pathLst>
                  <a:path w="8980" h="1112944" extrusionOk="0">
                    <a:moveTo>
                      <a:pt x="0" y="0"/>
                    </a:moveTo>
                    <a:lnTo>
                      <a:pt x="8980" y="0"/>
                    </a:lnTo>
                    <a:lnTo>
                      <a:pt x="8980" y="1112944"/>
                    </a:lnTo>
                    <a:lnTo>
                      <a:pt x="0" y="11129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1" name="Google Shape;1591;p25"/>
              <p:cNvSpPr/>
              <p:nvPr/>
            </p:nvSpPr>
            <p:spPr>
              <a:xfrm rot="-4699508">
                <a:off x="1259905" y="2915413"/>
                <a:ext cx="8986" cy="1051795"/>
              </a:xfrm>
              <a:custGeom>
                <a:avLst/>
                <a:gdLst/>
                <a:ahLst/>
                <a:cxnLst/>
                <a:rect l="l" t="t" r="r" b="b"/>
                <a:pathLst>
                  <a:path w="8980" h="1051056" extrusionOk="0">
                    <a:moveTo>
                      <a:pt x="0" y="0"/>
                    </a:moveTo>
                    <a:lnTo>
                      <a:pt x="8980" y="0"/>
                    </a:lnTo>
                    <a:lnTo>
                      <a:pt x="8980" y="1051056"/>
                    </a:lnTo>
                    <a:lnTo>
                      <a:pt x="0" y="105105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25"/>
              <p:cNvSpPr/>
              <p:nvPr/>
            </p:nvSpPr>
            <p:spPr>
              <a:xfrm rot="-4699508">
                <a:off x="1177927" y="2928540"/>
                <a:ext cx="8986" cy="881167"/>
              </a:xfrm>
              <a:custGeom>
                <a:avLst/>
                <a:gdLst/>
                <a:ahLst/>
                <a:cxnLst/>
                <a:rect l="l" t="t" r="r" b="b"/>
                <a:pathLst>
                  <a:path w="8980" h="880548" extrusionOk="0">
                    <a:moveTo>
                      <a:pt x="0" y="0"/>
                    </a:moveTo>
                    <a:lnTo>
                      <a:pt x="8980" y="0"/>
                    </a:lnTo>
                    <a:lnTo>
                      <a:pt x="8980" y="880548"/>
                    </a:lnTo>
                    <a:lnTo>
                      <a:pt x="0" y="8805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25"/>
              <p:cNvSpPr/>
              <p:nvPr/>
            </p:nvSpPr>
            <p:spPr>
              <a:xfrm rot="-4699508">
                <a:off x="1085261" y="2959715"/>
                <a:ext cx="8986" cy="670052"/>
              </a:xfrm>
              <a:custGeom>
                <a:avLst/>
                <a:gdLst/>
                <a:ahLst/>
                <a:cxnLst/>
                <a:rect l="l" t="t" r="r" b="b"/>
                <a:pathLst>
                  <a:path w="8980" h="669581" extrusionOk="0">
                    <a:moveTo>
                      <a:pt x="0" y="0"/>
                    </a:moveTo>
                    <a:lnTo>
                      <a:pt x="8980" y="0"/>
                    </a:lnTo>
                    <a:lnTo>
                      <a:pt x="8980" y="669582"/>
                    </a:lnTo>
                    <a:lnTo>
                      <a:pt x="0" y="66958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4" name="Google Shape;1594;p25"/>
              <p:cNvSpPr/>
              <p:nvPr/>
            </p:nvSpPr>
            <p:spPr>
              <a:xfrm rot="-4699508">
                <a:off x="1074339" y="2933977"/>
                <a:ext cx="8986" cy="606527"/>
              </a:xfrm>
              <a:custGeom>
                <a:avLst/>
                <a:gdLst/>
                <a:ahLst/>
                <a:cxnLst/>
                <a:rect l="l" t="t" r="r" b="b"/>
                <a:pathLst>
                  <a:path w="8980" h="606101" extrusionOk="0">
                    <a:moveTo>
                      <a:pt x="0" y="0"/>
                    </a:moveTo>
                    <a:lnTo>
                      <a:pt x="8980" y="0"/>
                    </a:lnTo>
                    <a:lnTo>
                      <a:pt x="8980" y="606101"/>
                    </a:lnTo>
                    <a:lnTo>
                      <a:pt x="0" y="60610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5" name="Google Shape;1595;p25"/>
              <p:cNvSpPr/>
              <p:nvPr/>
            </p:nvSpPr>
            <p:spPr>
              <a:xfrm rot="-4699508">
                <a:off x="1079789" y="2905280"/>
                <a:ext cx="8986" cy="555626"/>
              </a:xfrm>
              <a:custGeom>
                <a:avLst/>
                <a:gdLst/>
                <a:ahLst/>
                <a:cxnLst/>
                <a:rect l="l" t="t" r="r" b="b"/>
                <a:pathLst>
                  <a:path w="8980" h="555236" extrusionOk="0">
                    <a:moveTo>
                      <a:pt x="0" y="0"/>
                    </a:moveTo>
                    <a:lnTo>
                      <a:pt x="8980" y="0"/>
                    </a:lnTo>
                    <a:lnTo>
                      <a:pt x="8980" y="555237"/>
                    </a:lnTo>
                    <a:lnTo>
                      <a:pt x="0" y="5552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6" name="Google Shape;1596;p25"/>
              <p:cNvSpPr/>
              <p:nvPr/>
            </p:nvSpPr>
            <p:spPr>
              <a:xfrm rot="-4699508">
                <a:off x="1090547" y="2885717"/>
                <a:ext cx="8986" cy="488726"/>
              </a:xfrm>
              <a:custGeom>
                <a:avLst/>
                <a:gdLst/>
                <a:ahLst/>
                <a:cxnLst/>
                <a:rect l="l" t="t" r="r" b="b"/>
                <a:pathLst>
                  <a:path w="8980" h="488383" extrusionOk="0">
                    <a:moveTo>
                      <a:pt x="0" y="0"/>
                    </a:moveTo>
                    <a:lnTo>
                      <a:pt x="8980" y="0"/>
                    </a:lnTo>
                    <a:lnTo>
                      <a:pt x="8980" y="488383"/>
                    </a:lnTo>
                    <a:lnTo>
                      <a:pt x="0" y="4883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7" name="Google Shape;1597;p25"/>
              <p:cNvSpPr/>
              <p:nvPr/>
            </p:nvSpPr>
            <p:spPr>
              <a:xfrm rot="-4699508">
                <a:off x="1101685" y="2886719"/>
                <a:ext cx="8986" cy="380838"/>
              </a:xfrm>
              <a:custGeom>
                <a:avLst/>
                <a:gdLst/>
                <a:ahLst/>
                <a:cxnLst/>
                <a:rect l="l" t="t" r="r" b="b"/>
                <a:pathLst>
                  <a:path w="8980" h="380571" extrusionOk="0">
                    <a:moveTo>
                      <a:pt x="0" y="0"/>
                    </a:moveTo>
                    <a:lnTo>
                      <a:pt x="8980" y="0"/>
                    </a:lnTo>
                    <a:lnTo>
                      <a:pt x="8980" y="380572"/>
                    </a:lnTo>
                    <a:lnTo>
                      <a:pt x="0" y="38057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8" name="Google Shape;1598;p25"/>
              <p:cNvSpPr/>
              <p:nvPr/>
            </p:nvSpPr>
            <p:spPr>
              <a:xfrm rot="-4699508">
                <a:off x="1113059" y="2940041"/>
                <a:ext cx="8986" cy="168368"/>
              </a:xfrm>
              <a:custGeom>
                <a:avLst/>
                <a:gdLst/>
                <a:ahLst/>
                <a:cxnLst/>
                <a:rect l="l" t="t" r="r" b="b"/>
                <a:pathLst>
                  <a:path w="8980" h="168250" extrusionOk="0">
                    <a:moveTo>
                      <a:pt x="0" y="0"/>
                    </a:moveTo>
                    <a:lnTo>
                      <a:pt x="8980" y="0"/>
                    </a:lnTo>
                    <a:lnTo>
                      <a:pt x="8980" y="168250"/>
                    </a:lnTo>
                    <a:lnTo>
                      <a:pt x="0" y="168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99" name="Google Shape;1599;p25"/>
          <p:cNvGrpSpPr/>
          <p:nvPr/>
        </p:nvGrpSpPr>
        <p:grpSpPr>
          <a:xfrm>
            <a:off x="1607433" y="114293"/>
            <a:ext cx="7000926" cy="4914917"/>
            <a:chOff x="1607433" y="114293"/>
            <a:chExt cx="7000926" cy="4914917"/>
          </a:xfrm>
        </p:grpSpPr>
        <p:grpSp>
          <p:nvGrpSpPr>
            <p:cNvPr id="1600" name="Google Shape;1600;p25"/>
            <p:cNvGrpSpPr/>
            <p:nvPr/>
          </p:nvGrpSpPr>
          <p:grpSpPr>
            <a:xfrm>
              <a:off x="1607433" y="4515943"/>
              <a:ext cx="499089" cy="513267"/>
              <a:chOff x="4220079" y="1854297"/>
              <a:chExt cx="340373" cy="350042"/>
            </a:xfrm>
          </p:grpSpPr>
          <p:grpSp>
            <p:nvGrpSpPr>
              <p:cNvPr id="1601" name="Google Shape;1601;p25"/>
              <p:cNvGrpSpPr/>
              <p:nvPr/>
            </p:nvGrpSpPr>
            <p:grpSpPr>
              <a:xfrm>
                <a:off x="4220079" y="2179347"/>
                <a:ext cx="340373" cy="24992"/>
                <a:chOff x="4220079" y="2179347"/>
                <a:chExt cx="340373" cy="24992"/>
              </a:xfrm>
            </p:grpSpPr>
            <p:sp>
              <p:nvSpPr>
                <p:cNvPr id="1602" name="Google Shape;1602;p25"/>
                <p:cNvSpPr/>
                <p:nvPr/>
              </p:nvSpPr>
              <p:spPr>
                <a:xfrm>
                  <a:off x="4220079"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3" name="Google Shape;1603;p25"/>
                <p:cNvSpPr/>
                <p:nvPr/>
              </p:nvSpPr>
              <p:spPr>
                <a:xfrm>
                  <a:off x="4325206"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4" name="Google Shape;1604;p25"/>
                <p:cNvSpPr/>
                <p:nvPr/>
              </p:nvSpPr>
              <p:spPr>
                <a:xfrm>
                  <a:off x="4430333"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5" name="Google Shape;1605;p25"/>
                <p:cNvSpPr/>
                <p:nvPr/>
              </p:nvSpPr>
              <p:spPr>
                <a:xfrm>
                  <a:off x="4535460"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06" name="Google Shape;1606;p25"/>
              <p:cNvGrpSpPr/>
              <p:nvPr/>
            </p:nvGrpSpPr>
            <p:grpSpPr>
              <a:xfrm>
                <a:off x="4220079" y="2070989"/>
                <a:ext cx="340373" cy="24992"/>
                <a:chOff x="4220079" y="2070989"/>
                <a:chExt cx="340373" cy="24992"/>
              </a:xfrm>
            </p:grpSpPr>
            <p:sp>
              <p:nvSpPr>
                <p:cNvPr id="1607" name="Google Shape;1607;p25"/>
                <p:cNvSpPr/>
                <p:nvPr/>
              </p:nvSpPr>
              <p:spPr>
                <a:xfrm>
                  <a:off x="4220079"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8" name="Google Shape;1608;p25"/>
                <p:cNvSpPr/>
                <p:nvPr/>
              </p:nvSpPr>
              <p:spPr>
                <a:xfrm>
                  <a:off x="4325206"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9" name="Google Shape;1609;p25"/>
                <p:cNvSpPr/>
                <p:nvPr/>
              </p:nvSpPr>
              <p:spPr>
                <a:xfrm>
                  <a:off x="4430333"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0" name="Google Shape;1610;p25"/>
                <p:cNvSpPr/>
                <p:nvPr/>
              </p:nvSpPr>
              <p:spPr>
                <a:xfrm>
                  <a:off x="4535460"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11" name="Google Shape;1611;p25"/>
              <p:cNvGrpSpPr/>
              <p:nvPr/>
            </p:nvGrpSpPr>
            <p:grpSpPr>
              <a:xfrm>
                <a:off x="4220079" y="1962655"/>
                <a:ext cx="340373" cy="24992"/>
                <a:chOff x="4220079" y="1962655"/>
                <a:chExt cx="340373" cy="24992"/>
              </a:xfrm>
            </p:grpSpPr>
            <p:sp>
              <p:nvSpPr>
                <p:cNvPr id="1612" name="Google Shape;1612;p25"/>
                <p:cNvSpPr/>
                <p:nvPr/>
              </p:nvSpPr>
              <p:spPr>
                <a:xfrm>
                  <a:off x="4220079"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25"/>
                <p:cNvSpPr/>
                <p:nvPr/>
              </p:nvSpPr>
              <p:spPr>
                <a:xfrm>
                  <a:off x="4325206"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4" name="Google Shape;1614;p25"/>
                <p:cNvSpPr/>
                <p:nvPr/>
              </p:nvSpPr>
              <p:spPr>
                <a:xfrm>
                  <a:off x="4430333"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5" name="Google Shape;1615;p25"/>
                <p:cNvSpPr/>
                <p:nvPr/>
              </p:nvSpPr>
              <p:spPr>
                <a:xfrm>
                  <a:off x="4535460"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16" name="Google Shape;1616;p25"/>
              <p:cNvGrpSpPr/>
              <p:nvPr/>
            </p:nvGrpSpPr>
            <p:grpSpPr>
              <a:xfrm>
                <a:off x="4220079" y="1854297"/>
                <a:ext cx="340373" cy="24992"/>
                <a:chOff x="4220079" y="1854297"/>
                <a:chExt cx="340373" cy="24992"/>
              </a:xfrm>
            </p:grpSpPr>
            <p:sp>
              <p:nvSpPr>
                <p:cNvPr id="1617" name="Google Shape;1617;p25"/>
                <p:cNvSpPr/>
                <p:nvPr/>
              </p:nvSpPr>
              <p:spPr>
                <a:xfrm>
                  <a:off x="4220079"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8" name="Google Shape;1618;p25"/>
                <p:cNvSpPr/>
                <p:nvPr/>
              </p:nvSpPr>
              <p:spPr>
                <a:xfrm>
                  <a:off x="4325206" y="1854297"/>
                  <a:ext cx="24992" cy="24992"/>
                </a:xfrm>
                <a:custGeom>
                  <a:avLst/>
                  <a:gdLst/>
                  <a:ahLst/>
                  <a:cxnLst/>
                  <a:rect l="l" t="t" r="r" b="b"/>
                  <a:pathLst>
                    <a:path w="24992" h="24992" extrusionOk="0">
                      <a:moveTo>
                        <a:pt x="24993" y="12496"/>
                      </a:moveTo>
                      <a:cubicBezTo>
                        <a:pt x="24993" y="19398"/>
                        <a:pt x="19398" y="24993"/>
                        <a:pt x="12496" y="24993"/>
                      </a:cubicBezTo>
                      <a:cubicBezTo>
                        <a:pt x="5595" y="24993"/>
                        <a:pt x="0" y="19398"/>
                        <a:pt x="0" y="12496"/>
                      </a:cubicBezTo>
                      <a:cubicBezTo>
                        <a:pt x="0" y="5595"/>
                        <a:pt x="5595" y="0"/>
                        <a:pt x="12496" y="0"/>
                      </a:cubicBezTo>
                      <a:cubicBezTo>
                        <a:pt x="19398" y="0"/>
                        <a:pt x="24993" y="5595"/>
                        <a:pt x="24993" y="124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25"/>
                <p:cNvSpPr/>
                <p:nvPr/>
              </p:nvSpPr>
              <p:spPr>
                <a:xfrm>
                  <a:off x="4430333"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25"/>
                <p:cNvSpPr/>
                <p:nvPr/>
              </p:nvSpPr>
              <p:spPr>
                <a:xfrm>
                  <a:off x="4535460"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21" name="Google Shape;1621;p25"/>
            <p:cNvGrpSpPr/>
            <p:nvPr/>
          </p:nvGrpSpPr>
          <p:grpSpPr>
            <a:xfrm>
              <a:off x="8109271" y="114293"/>
              <a:ext cx="499089" cy="513267"/>
              <a:chOff x="4220079" y="1854297"/>
              <a:chExt cx="340373" cy="350042"/>
            </a:xfrm>
          </p:grpSpPr>
          <p:grpSp>
            <p:nvGrpSpPr>
              <p:cNvPr id="1622" name="Google Shape;1622;p25"/>
              <p:cNvGrpSpPr/>
              <p:nvPr/>
            </p:nvGrpSpPr>
            <p:grpSpPr>
              <a:xfrm>
                <a:off x="4220079" y="2179347"/>
                <a:ext cx="340373" cy="24992"/>
                <a:chOff x="4220079" y="2179347"/>
                <a:chExt cx="340373" cy="24992"/>
              </a:xfrm>
            </p:grpSpPr>
            <p:sp>
              <p:nvSpPr>
                <p:cNvPr id="1623" name="Google Shape;1623;p25"/>
                <p:cNvSpPr/>
                <p:nvPr/>
              </p:nvSpPr>
              <p:spPr>
                <a:xfrm>
                  <a:off x="4220079"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4" name="Google Shape;1624;p25"/>
                <p:cNvSpPr/>
                <p:nvPr/>
              </p:nvSpPr>
              <p:spPr>
                <a:xfrm>
                  <a:off x="4325206"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25"/>
                <p:cNvSpPr/>
                <p:nvPr/>
              </p:nvSpPr>
              <p:spPr>
                <a:xfrm>
                  <a:off x="4430333"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25"/>
                <p:cNvSpPr/>
                <p:nvPr/>
              </p:nvSpPr>
              <p:spPr>
                <a:xfrm>
                  <a:off x="4535460" y="217934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27" name="Google Shape;1627;p25"/>
              <p:cNvGrpSpPr/>
              <p:nvPr/>
            </p:nvGrpSpPr>
            <p:grpSpPr>
              <a:xfrm>
                <a:off x="4220079" y="2070989"/>
                <a:ext cx="340373" cy="24992"/>
                <a:chOff x="4220079" y="2070989"/>
                <a:chExt cx="340373" cy="24992"/>
              </a:xfrm>
            </p:grpSpPr>
            <p:sp>
              <p:nvSpPr>
                <p:cNvPr id="1628" name="Google Shape;1628;p25"/>
                <p:cNvSpPr/>
                <p:nvPr/>
              </p:nvSpPr>
              <p:spPr>
                <a:xfrm>
                  <a:off x="4220079"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9" name="Google Shape;1629;p25"/>
                <p:cNvSpPr/>
                <p:nvPr/>
              </p:nvSpPr>
              <p:spPr>
                <a:xfrm>
                  <a:off x="4325206"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0" name="Google Shape;1630;p25"/>
                <p:cNvSpPr/>
                <p:nvPr/>
              </p:nvSpPr>
              <p:spPr>
                <a:xfrm>
                  <a:off x="4430333"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25"/>
                <p:cNvSpPr/>
                <p:nvPr/>
              </p:nvSpPr>
              <p:spPr>
                <a:xfrm>
                  <a:off x="4535460" y="2070989"/>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32" name="Google Shape;1632;p25"/>
              <p:cNvGrpSpPr/>
              <p:nvPr/>
            </p:nvGrpSpPr>
            <p:grpSpPr>
              <a:xfrm>
                <a:off x="4220079" y="1962655"/>
                <a:ext cx="340373" cy="24992"/>
                <a:chOff x="4220079" y="1962655"/>
                <a:chExt cx="340373" cy="24992"/>
              </a:xfrm>
            </p:grpSpPr>
            <p:sp>
              <p:nvSpPr>
                <p:cNvPr id="1633" name="Google Shape;1633;p25"/>
                <p:cNvSpPr/>
                <p:nvPr/>
              </p:nvSpPr>
              <p:spPr>
                <a:xfrm>
                  <a:off x="4220079"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4" name="Google Shape;1634;p25"/>
                <p:cNvSpPr/>
                <p:nvPr/>
              </p:nvSpPr>
              <p:spPr>
                <a:xfrm>
                  <a:off x="4325206"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5" name="Google Shape;1635;p25"/>
                <p:cNvSpPr/>
                <p:nvPr/>
              </p:nvSpPr>
              <p:spPr>
                <a:xfrm>
                  <a:off x="4430333"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6" name="Google Shape;1636;p25"/>
                <p:cNvSpPr/>
                <p:nvPr/>
              </p:nvSpPr>
              <p:spPr>
                <a:xfrm>
                  <a:off x="4535460" y="1962655"/>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37" name="Google Shape;1637;p25"/>
              <p:cNvGrpSpPr/>
              <p:nvPr/>
            </p:nvGrpSpPr>
            <p:grpSpPr>
              <a:xfrm>
                <a:off x="4220079" y="1854297"/>
                <a:ext cx="340373" cy="24992"/>
                <a:chOff x="4220079" y="1854297"/>
                <a:chExt cx="340373" cy="24992"/>
              </a:xfrm>
            </p:grpSpPr>
            <p:sp>
              <p:nvSpPr>
                <p:cNvPr id="1638" name="Google Shape;1638;p25"/>
                <p:cNvSpPr/>
                <p:nvPr/>
              </p:nvSpPr>
              <p:spPr>
                <a:xfrm>
                  <a:off x="4220079"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9" name="Google Shape;1639;p25"/>
                <p:cNvSpPr/>
                <p:nvPr/>
              </p:nvSpPr>
              <p:spPr>
                <a:xfrm>
                  <a:off x="4325206" y="1854297"/>
                  <a:ext cx="24992" cy="24992"/>
                </a:xfrm>
                <a:custGeom>
                  <a:avLst/>
                  <a:gdLst/>
                  <a:ahLst/>
                  <a:cxnLst/>
                  <a:rect l="l" t="t" r="r" b="b"/>
                  <a:pathLst>
                    <a:path w="24992" h="24992" extrusionOk="0">
                      <a:moveTo>
                        <a:pt x="24993" y="12496"/>
                      </a:moveTo>
                      <a:cubicBezTo>
                        <a:pt x="24993" y="19398"/>
                        <a:pt x="19398" y="24993"/>
                        <a:pt x="12496" y="24993"/>
                      </a:cubicBezTo>
                      <a:cubicBezTo>
                        <a:pt x="5595" y="24993"/>
                        <a:pt x="0" y="19398"/>
                        <a:pt x="0" y="12496"/>
                      </a:cubicBezTo>
                      <a:cubicBezTo>
                        <a:pt x="0" y="5595"/>
                        <a:pt x="5595" y="0"/>
                        <a:pt x="12496" y="0"/>
                      </a:cubicBezTo>
                      <a:cubicBezTo>
                        <a:pt x="19398" y="0"/>
                        <a:pt x="24993" y="5595"/>
                        <a:pt x="24993" y="124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0" name="Google Shape;1640;p25"/>
                <p:cNvSpPr/>
                <p:nvPr/>
              </p:nvSpPr>
              <p:spPr>
                <a:xfrm>
                  <a:off x="4430333"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1" name="Google Shape;1641;p25"/>
                <p:cNvSpPr/>
                <p:nvPr/>
              </p:nvSpPr>
              <p:spPr>
                <a:xfrm>
                  <a:off x="4535460" y="1854297"/>
                  <a:ext cx="24992" cy="24992"/>
                </a:xfrm>
                <a:custGeom>
                  <a:avLst/>
                  <a:gdLst/>
                  <a:ahLst/>
                  <a:cxnLst/>
                  <a:rect l="l" t="t" r="r" b="b"/>
                  <a:pathLst>
                    <a:path w="24992" h="24992" extrusionOk="0">
                      <a:moveTo>
                        <a:pt x="12496" y="0"/>
                      </a:moveTo>
                      <a:cubicBezTo>
                        <a:pt x="19410" y="0"/>
                        <a:pt x="24993" y="5607"/>
                        <a:pt x="24993" y="12496"/>
                      </a:cubicBezTo>
                      <a:cubicBezTo>
                        <a:pt x="24993" y="19386"/>
                        <a:pt x="19386" y="24993"/>
                        <a:pt x="12496" y="24993"/>
                      </a:cubicBezTo>
                      <a:cubicBezTo>
                        <a:pt x="5607" y="24993"/>
                        <a:pt x="0" y="19386"/>
                        <a:pt x="0" y="12496"/>
                      </a:cubicBezTo>
                      <a:cubicBezTo>
                        <a:pt x="0" y="5607"/>
                        <a:pt x="5607" y="0"/>
                        <a:pt x="124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642" name="Google Shape;1642;p25"/>
          <p:cNvGrpSpPr/>
          <p:nvPr/>
        </p:nvGrpSpPr>
        <p:grpSpPr>
          <a:xfrm>
            <a:off x="114303" y="2187188"/>
            <a:ext cx="8915402" cy="1626880"/>
            <a:chOff x="114303" y="2187188"/>
            <a:chExt cx="8915402" cy="1626880"/>
          </a:xfrm>
        </p:grpSpPr>
        <p:sp>
          <p:nvSpPr>
            <p:cNvPr id="1643" name="Google Shape;1643;p25"/>
            <p:cNvSpPr/>
            <p:nvPr/>
          </p:nvSpPr>
          <p:spPr>
            <a:xfrm>
              <a:off x="305274" y="3192346"/>
              <a:ext cx="621804" cy="621723"/>
            </a:xfrm>
            <a:custGeom>
              <a:avLst/>
              <a:gdLst/>
              <a:ahLst/>
              <a:cxnLst/>
              <a:rect l="l" t="t" r="r" b="b"/>
              <a:pathLst>
                <a:path w="551489" h="551417" extrusionOk="0">
                  <a:moveTo>
                    <a:pt x="109338" y="551418"/>
                  </a:moveTo>
                  <a:cubicBezTo>
                    <a:pt x="81328" y="551418"/>
                    <a:pt x="53318" y="540751"/>
                    <a:pt x="31983" y="519440"/>
                  </a:cubicBezTo>
                  <a:cubicBezTo>
                    <a:pt x="-10661" y="476795"/>
                    <a:pt x="-10661" y="407376"/>
                    <a:pt x="31983" y="364731"/>
                  </a:cubicBezTo>
                  <a:lnTo>
                    <a:pt x="364731" y="31983"/>
                  </a:lnTo>
                  <a:cubicBezTo>
                    <a:pt x="407376" y="-10661"/>
                    <a:pt x="476795" y="-10661"/>
                    <a:pt x="519440" y="31983"/>
                  </a:cubicBezTo>
                  <a:cubicBezTo>
                    <a:pt x="540109" y="52653"/>
                    <a:pt x="551489" y="80116"/>
                    <a:pt x="551489" y="109338"/>
                  </a:cubicBezTo>
                  <a:cubicBezTo>
                    <a:pt x="551489" y="138560"/>
                    <a:pt x="540109" y="166023"/>
                    <a:pt x="519440" y="186692"/>
                  </a:cubicBezTo>
                  <a:lnTo>
                    <a:pt x="186693" y="519440"/>
                  </a:lnTo>
                  <a:cubicBezTo>
                    <a:pt x="165358" y="540774"/>
                    <a:pt x="137348" y="551418"/>
                    <a:pt x="109338" y="551418"/>
                  </a:cubicBezTo>
                  <a:close/>
                  <a:moveTo>
                    <a:pt x="442086" y="11932"/>
                  </a:moveTo>
                  <a:cubicBezTo>
                    <a:pt x="416071" y="11932"/>
                    <a:pt x="391625" y="22053"/>
                    <a:pt x="373213" y="40465"/>
                  </a:cubicBezTo>
                  <a:lnTo>
                    <a:pt x="40465" y="373213"/>
                  </a:lnTo>
                  <a:cubicBezTo>
                    <a:pt x="2477" y="411177"/>
                    <a:pt x="2477" y="472970"/>
                    <a:pt x="40465" y="510959"/>
                  </a:cubicBezTo>
                  <a:cubicBezTo>
                    <a:pt x="78453" y="548947"/>
                    <a:pt x="140223" y="548923"/>
                    <a:pt x="178211" y="510959"/>
                  </a:cubicBezTo>
                  <a:lnTo>
                    <a:pt x="510959" y="178211"/>
                  </a:lnTo>
                  <a:cubicBezTo>
                    <a:pt x="529347" y="159823"/>
                    <a:pt x="539492" y="135352"/>
                    <a:pt x="539492" y="109338"/>
                  </a:cubicBezTo>
                  <a:cubicBezTo>
                    <a:pt x="539492" y="83324"/>
                    <a:pt x="529347" y="58853"/>
                    <a:pt x="510959" y="40465"/>
                  </a:cubicBezTo>
                  <a:cubicBezTo>
                    <a:pt x="492571" y="22077"/>
                    <a:pt x="468100" y="11932"/>
                    <a:pt x="442086" y="1193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4" name="Google Shape;1644;p25"/>
            <p:cNvSpPr/>
            <p:nvPr/>
          </p:nvSpPr>
          <p:spPr>
            <a:xfrm>
              <a:off x="114303" y="3382111"/>
              <a:ext cx="430366" cy="430379"/>
            </a:xfrm>
            <a:custGeom>
              <a:avLst/>
              <a:gdLst/>
              <a:ahLst/>
              <a:cxnLst/>
              <a:rect l="l" t="t" r="r" b="b"/>
              <a:pathLst>
                <a:path w="381699" h="381711" extrusionOk="0">
                  <a:moveTo>
                    <a:pt x="77129" y="381688"/>
                  </a:moveTo>
                  <a:cubicBezTo>
                    <a:pt x="57363" y="381688"/>
                    <a:pt x="37620" y="374157"/>
                    <a:pt x="22558" y="359119"/>
                  </a:cubicBezTo>
                  <a:cubicBezTo>
                    <a:pt x="-7519" y="329041"/>
                    <a:pt x="-7519" y="280077"/>
                    <a:pt x="22558" y="250000"/>
                  </a:cubicBezTo>
                  <a:lnTo>
                    <a:pt x="249964" y="22593"/>
                  </a:lnTo>
                  <a:cubicBezTo>
                    <a:pt x="264552" y="8030"/>
                    <a:pt x="283914" y="0"/>
                    <a:pt x="304535" y="0"/>
                  </a:cubicBezTo>
                  <a:cubicBezTo>
                    <a:pt x="325157" y="0"/>
                    <a:pt x="344519" y="8030"/>
                    <a:pt x="359106" y="22593"/>
                  </a:cubicBezTo>
                  <a:cubicBezTo>
                    <a:pt x="373670" y="37157"/>
                    <a:pt x="381700" y="56543"/>
                    <a:pt x="381700" y="77164"/>
                  </a:cubicBezTo>
                  <a:cubicBezTo>
                    <a:pt x="381700" y="97786"/>
                    <a:pt x="373670" y="117148"/>
                    <a:pt x="359106" y="131735"/>
                  </a:cubicBezTo>
                  <a:lnTo>
                    <a:pt x="131699" y="359142"/>
                  </a:lnTo>
                  <a:cubicBezTo>
                    <a:pt x="116661" y="374181"/>
                    <a:pt x="96895" y="381712"/>
                    <a:pt x="77129" y="381712"/>
                  </a:cubicBezTo>
                  <a:close/>
                  <a:moveTo>
                    <a:pt x="304535" y="8410"/>
                  </a:moveTo>
                  <a:cubicBezTo>
                    <a:pt x="286171" y="8410"/>
                    <a:pt x="268899" y="15561"/>
                    <a:pt x="255928" y="28557"/>
                  </a:cubicBezTo>
                  <a:lnTo>
                    <a:pt x="28521" y="255963"/>
                  </a:lnTo>
                  <a:cubicBezTo>
                    <a:pt x="1722" y="282762"/>
                    <a:pt x="1722" y="326404"/>
                    <a:pt x="28521" y="353203"/>
                  </a:cubicBezTo>
                  <a:cubicBezTo>
                    <a:pt x="55319" y="380001"/>
                    <a:pt x="98962" y="380001"/>
                    <a:pt x="125760" y="353203"/>
                  </a:cubicBezTo>
                  <a:lnTo>
                    <a:pt x="353167" y="125796"/>
                  </a:lnTo>
                  <a:cubicBezTo>
                    <a:pt x="366163" y="112801"/>
                    <a:pt x="373314" y="95529"/>
                    <a:pt x="373314" y="77164"/>
                  </a:cubicBezTo>
                  <a:cubicBezTo>
                    <a:pt x="373314" y="58800"/>
                    <a:pt x="366163" y="41528"/>
                    <a:pt x="353167" y="28533"/>
                  </a:cubicBezTo>
                  <a:cubicBezTo>
                    <a:pt x="340172" y="15538"/>
                    <a:pt x="322924" y="8386"/>
                    <a:pt x="304535" y="838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25"/>
            <p:cNvSpPr/>
            <p:nvPr/>
          </p:nvSpPr>
          <p:spPr>
            <a:xfrm>
              <a:off x="7885476" y="2187188"/>
              <a:ext cx="1144229" cy="1144302"/>
            </a:xfrm>
            <a:custGeom>
              <a:avLst/>
              <a:gdLst/>
              <a:ahLst/>
              <a:cxnLst/>
              <a:rect l="l" t="t" r="r" b="b"/>
              <a:pathLst>
                <a:path w="1014837" h="1014902" extrusionOk="0">
                  <a:moveTo>
                    <a:pt x="109338" y="1014879"/>
                  </a:moveTo>
                  <a:cubicBezTo>
                    <a:pt x="80116" y="1014879"/>
                    <a:pt x="52653" y="1003499"/>
                    <a:pt x="31984" y="982830"/>
                  </a:cubicBezTo>
                  <a:cubicBezTo>
                    <a:pt x="-10661" y="940185"/>
                    <a:pt x="-10661" y="870766"/>
                    <a:pt x="31984" y="828121"/>
                  </a:cubicBezTo>
                  <a:lnTo>
                    <a:pt x="828145" y="31984"/>
                  </a:lnTo>
                  <a:cubicBezTo>
                    <a:pt x="870790" y="-10661"/>
                    <a:pt x="940210" y="-10661"/>
                    <a:pt x="982854" y="31984"/>
                  </a:cubicBezTo>
                  <a:cubicBezTo>
                    <a:pt x="1025499" y="74628"/>
                    <a:pt x="1025499" y="144048"/>
                    <a:pt x="982854" y="186692"/>
                  </a:cubicBezTo>
                  <a:lnTo>
                    <a:pt x="186693" y="982854"/>
                  </a:lnTo>
                  <a:cubicBezTo>
                    <a:pt x="166024" y="1003523"/>
                    <a:pt x="138560" y="1014903"/>
                    <a:pt x="109338" y="1014903"/>
                  </a:cubicBezTo>
                  <a:close/>
                  <a:moveTo>
                    <a:pt x="905500" y="11980"/>
                  </a:moveTo>
                  <a:cubicBezTo>
                    <a:pt x="880554" y="11980"/>
                    <a:pt x="855609" y="21483"/>
                    <a:pt x="836627" y="40465"/>
                  </a:cubicBezTo>
                  <a:lnTo>
                    <a:pt x="40465" y="836627"/>
                  </a:lnTo>
                  <a:cubicBezTo>
                    <a:pt x="2477" y="874591"/>
                    <a:pt x="2477" y="936384"/>
                    <a:pt x="40465" y="974373"/>
                  </a:cubicBezTo>
                  <a:cubicBezTo>
                    <a:pt x="58853" y="992761"/>
                    <a:pt x="83324" y="1002905"/>
                    <a:pt x="109338" y="1002905"/>
                  </a:cubicBezTo>
                  <a:cubicBezTo>
                    <a:pt x="135353" y="1002905"/>
                    <a:pt x="159823" y="992785"/>
                    <a:pt x="178211" y="974373"/>
                  </a:cubicBezTo>
                  <a:lnTo>
                    <a:pt x="974373" y="178211"/>
                  </a:lnTo>
                  <a:cubicBezTo>
                    <a:pt x="1012361" y="140223"/>
                    <a:pt x="1012361" y="78453"/>
                    <a:pt x="974373" y="40465"/>
                  </a:cubicBezTo>
                  <a:cubicBezTo>
                    <a:pt x="955390" y="21483"/>
                    <a:pt x="930445" y="11980"/>
                    <a:pt x="905500" y="1198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6" name="Google Shape;1646;p25"/>
            <p:cNvSpPr/>
            <p:nvPr/>
          </p:nvSpPr>
          <p:spPr>
            <a:xfrm>
              <a:off x="8109285" y="2826218"/>
              <a:ext cx="430366" cy="430406"/>
            </a:xfrm>
            <a:custGeom>
              <a:avLst/>
              <a:gdLst/>
              <a:ahLst/>
              <a:cxnLst/>
              <a:rect l="l" t="t" r="r" b="b"/>
              <a:pathLst>
                <a:path w="381699" h="381735" extrusionOk="0">
                  <a:moveTo>
                    <a:pt x="77164" y="381736"/>
                  </a:moveTo>
                  <a:cubicBezTo>
                    <a:pt x="56566" y="381736"/>
                    <a:pt x="37180" y="373706"/>
                    <a:pt x="22593" y="359142"/>
                  </a:cubicBezTo>
                  <a:cubicBezTo>
                    <a:pt x="8030" y="344579"/>
                    <a:pt x="0" y="325193"/>
                    <a:pt x="0" y="304571"/>
                  </a:cubicBezTo>
                  <a:cubicBezTo>
                    <a:pt x="0" y="283950"/>
                    <a:pt x="8030" y="264587"/>
                    <a:pt x="22593" y="250000"/>
                  </a:cubicBezTo>
                  <a:lnTo>
                    <a:pt x="250000" y="22593"/>
                  </a:lnTo>
                  <a:cubicBezTo>
                    <a:pt x="264587" y="8030"/>
                    <a:pt x="283949" y="0"/>
                    <a:pt x="304571" y="0"/>
                  </a:cubicBezTo>
                  <a:cubicBezTo>
                    <a:pt x="325193" y="0"/>
                    <a:pt x="344555" y="8030"/>
                    <a:pt x="359142" y="22593"/>
                  </a:cubicBezTo>
                  <a:cubicBezTo>
                    <a:pt x="389219" y="52670"/>
                    <a:pt x="389219" y="101635"/>
                    <a:pt x="359142" y="131712"/>
                  </a:cubicBezTo>
                  <a:lnTo>
                    <a:pt x="131735" y="359118"/>
                  </a:lnTo>
                  <a:cubicBezTo>
                    <a:pt x="117148" y="373682"/>
                    <a:pt x="97786" y="381712"/>
                    <a:pt x="77164" y="381712"/>
                  </a:cubicBezTo>
                  <a:close/>
                  <a:moveTo>
                    <a:pt x="304571" y="8410"/>
                  </a:moveTo>
                  <a:cubicBezTo>
                    <a:pt x="286207" y="8410"/>
                    <a:pt x="268935" y="15561"/>
                    <a:pt x="255963" y="28556"/>
                  </a:cubicBezTo>
                  <a:lnTo>
                    <a:pt x="28556" y="255963"/>
                  </a:lnTo>
                  <a:cubicBezTo>
                    <a:pt x="15561" y="268959"/>
                    <a:pt x="8410" y="286207"/>
                    <a:pt x="8410" y="304595"/>
                  </a:cubicBezTo>
                  <a:cubicBezTo>
                    <a:pt x="8410" y="322983"/>
                    <a:pt x="15561" y="340231"/>
                    <a:pt x="28556" y="353227"/>
                  </a:cubicBezTo>
                  <a:cubicBezTo>
                    <a:pt x="41552" y="366222"/>
                    <a:pt x="58800" y="373373"/>
                    <a:pt x="77188" y="373373"/>
                  </a:cubicBezTo>
                  <a:cubicBezTo>
                    <a:pt x="95576" y="373373"/>
                    <a:pt x="112824" y="366222"/>
                    <a:pt x="125796" y="353227"/>
                  </a:cubicBezTo>
                  <a:lnTo>
                    <a:pt x="353203" y="125820"/>
                  </a:lnTo>
                  <a:cubicBezTo>
                    <a:pt x="380001" y="99021"/>
                    <a:pt x="380001" y="55379"/>
                    <a:pt x="353203" y="28580"/>
                  </a:cubicBezTo>
                  <a:cubicBezTo>
                    <a:pt x="340207" y="15585"/>
                    <a:pt x="322959" y="8434"/>
                    <a:pt x="304571" y="84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Montserrat SemiBold"/>
              <a:buNone/>
              <a:defRPr sz="28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3500"/>
              <a:buFont typeface="Montserrat SemiBold"/>
              <a:buNone/>
              <a:defRPr sz="3500">
                <a:solidFill>
                  <a:schemeClr val="dk1"/>
                </a:solidFill>
                <a:latin typeface="Montserrat SemiBold"/>
                <a:ea typeface="Montserrat SemiBold"/>
                <a:cs typeface="Montserrat SemiBold"/>
                <a:sym typeface="Montserrat SemiBold"/>
              </a:defRPr>
            </a:lvl2pPr>
            <a:lvl3pPr lvl="2" rtl="0">
              <a:spcBef>
                <a:spcPts val="0"/>
              </a:spcBef>
              <a:spcAft>
                <a:spcPts val="0"/>
              </a:spcAft>
              <a:buClr>
                <a:schemeClr val="dk1"/>
              </a:buClr>
              <a:buSzPts val="3500"/>
              <a:buFont typeface="Montserrat SemiBold"/>
              <a:buNone/>
              <a:defRPr sz="3500">
                <a:solidFill>
                  <a:schemeClr val="dk1"/>
                </a:solidFill>
                <a:latin typeface="Montserrat SemiBold"/>
                <a:ea typeface="Montserrat SemiBold"/>
                <a:cs typeface="Montserrat SemiBold"/>
                <a:sym typeface="Montserrat SemiBold"/>
              </a:defRPr>
            </a:lvl3pPr>
            <a:lvl4pPr lvl="3" rtl="0">
              <a:spcBef>
                <a:spcPts val="0"/>
              </a:spcBef>
              <a:spcAft>
                <a:spcPts val="0"/>
              </a:spcAft>
              <a:buClr>
                <a:schemeClr val="dk1"/>
              </a:buClr>
              <a:buSzPts val="3500"/>
              <a:buFont typeface="Montserrat SemiBold"/>
              <a:buNone/>
              <a:defRPr sz="3500">
                <a:solidFill>
                  <a:schemeClr val="dk1"/>
                </a:solidFill>
                <a:latin typeface="Montserrat SemiBold"/>
                <a:ea typeface="Montserrat SemiBold"/>
                <a:cs typeface="Montserrat SemiBold"/>
                <a:sym typeface="Montserrat SemiBold"/>
              </a:defRPr>
            </a:lvl4pPr>
            <a:lvl5pPr lvl="4" rtl="0">
              <a:spcBef>
                <a:spcPts val="0"/>
              </a:spcBef>
              <a:spcAft>
                <a:spcPts val="0"/>
              </a:spcAft>
              <a:buClr>
                <a:schemeClr val="dk1"/>
              </a:buClr>
              <a:buSzPts val="3500"/>
              <a:buFont typeface="Montserrat SemiBold"/>
              <a:buNone/>
              <a:defRPr sz="3500">
                <a:solidFill>
                  <a:schemeClr val="dk1"/>
                </a:solidFill>
                <a:latin typeface="Montserrat SemiBold"/>
                <a:ea typeface="Montserrat SemiBold"/>
                <a:cs typeface="Montserrat SemiBold"/>
                <a:sym typeface="Montserrat SemiBold"/>
              </a:defRPr>
            </a:lvl5pPr>
            <a:lvl6pPr lvl="5" rtl="0">
              <a:spcBef>
                <a:spcPts val="0"/>
              </a:spcBef>
              <a:spcAft>
                <a:spcPts val="0"/>
              </a:spcAft>
              <a:buClr>
                <a:schemeClr val="dk1"/>
              </a:buClr>
              <a:buSzPts val="3500"/>
              <a:buFont typeface="Montserrat SemiBold"/>
              <a:buNone/>
              <a:defRPr sz="3500">
                <a:solidFill>
                  <a:schemeClr val="dk1"/>
                </a:solidFill>
                <a:latin typeface="Montserrat SemiBold"/>
                <a:ea typeface="Montserrat SemiBold"/>
                <a:cs typeface="Montserrat SemiBold"/>
                <a:sym typeface="Montserrat SemiBold"/>
              </a:defRPr>
            </a:lvl6pPr>
            <a:lvl7pPr lvl="6" rtl="0">
              <a:spcBef>
                <a:spcPts val="0"/>
              </a:spcBef>
              <a:spcAft>
                <a:spcPts val="0"/>
              </a:spcAft>
              <a:buClr>
                <a:schemeClr val="dk1"/>
              </a:buClr>
              <a:buSzPts val="3500"/>
              <a:buFont typeface="Montserrat SemiBold"/>
              <a:buNone/>
              <a:defRPr sz="3500">
                <a:solidFill>
                  <a:schemeClr val="dk1"/>
                </a:solidFill>
                <a:latin typeface="Montserrat SemiBold"/>
                <a:ea typeface="Montserrat SemiBold"/>
                <a:cs typeface="Montserrat SemiBold"/>
                <a:sym typeface="Montserrat SemiBold"/>
              </a:defRPr>
            </a:lvl7pPr>
            <a:lvl8pPr lvl="7" rtl="0">
              <a:spcBef>
                <a:spcPts val="0"/>
              </a:spcBef>
              <a:spcAft>
                <a:spcPts val="0"/>
              </a:spcAft>
              <a:buClr>
                <a:schemeClr val="dk1"/>
              </a:buClr>
              <a:buSzPts val="3500"/>
              <a:buFont typeface="Montserrat SemiBold"/>
              <a:buNone/>
              <a:defRPr sz="3500">
                <a:solidFill>
                  <a:schemeClr val="dk1"/>
                </a:solidFill>
                <a:latin typeface="Montserrat SemiBold"/>
                <a:ea typeface="Montserrat SemiBold"/>
                <a:cs typeface="Montserrat SemiBold"/>
                <a:sym typeface="Montserrat SemiBold"/>
              </a:defRPr>
            </a:lvl8pPr>
            <a:lvl9pPr lvl="8" rtl="0">
              <a:spcBef>
                <a:spcPts val="0"/>
              </a:spcBef>
              <a:spcAft>
                <a:spcPts val="0"/>
              </a:spcAft>
              <a:buClr>
                <a:schemeClr val="dk1"/>
              </a:buClr>
              <a:buSzPts val="3500"/>
              <a:buFont typeface="Montserrat SemiBold"/>
              <a:buNone/>
              <a:defRPr sz="3500">
                <a:solidFill>
                  <a:schemeClr val="dk1"/>
                </a:solidFill>
                <a:latin typeface="Montserrat SemiBold"/>
                <a:ea typeface="Montserrat SemiBold"/>
                <a:cs typeface="Montserrat SemiBold"/>
                <a:sym typeface="Montserrat Semi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1pPr>
            <a:lvl2pPr marL="914400" lvl="1" indent="-3048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2pPr>
            <a:lvl3pPr marL="1371600" lvl="2" indent="-3048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3pPr>
            <a:lvl4pPr marL="1828800" lvl="3" indent="-3048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4pPr>
            <a:lvl5pPr marL="2286000" lvl="4" indent="-3048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5pPr>
            <a:lvl6pPr marL="2743200" lvl="5" indent="-3048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6pPr>
            <a:lvl7pPr marL="3200400" lvl="6" indent="-3048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7pPr>
            <a:lvl8pPr marL="3657600" lvl="7" indent="-3048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8pPr>
            <a:lvl9pPr marL="4114800" lvl="8" indent="-3048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6" r:id="rId3"/>
    <p:sldLayoutId id="2147483670" r:id="rId4"/>
    <p:sldLayoutId id="2147483671"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https://www.researchgate.net/publication/341582569/figure/tbl2/AS:894154146074646@1590194369858/DenseNet-161-architecture-used-in-our-study.pn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6"/>
        <p:cNvGrpSpPr/>
        <p:nvPr/>
      </p:nvGrpSpPr>
      <p:grpSpPr>
        <a:xfrm>
          <a:off x="0" y="0"/>
          <a:ext cx="0" cy="0"/>
          <a:chOff x="0" y="0"/>
          <a:chExt cx="0" cy="0"/>
        </a:xfrm>
      </p:grpSpPr>
      <p:sp>
        <p:nvSpPr>
          <p:cNvPr id="1657" name="Google Shape;1657;p29"/>
          <p:cNvSpPr txBox="1">
            <a:spLocks noGrp="1"/>
          </p:cNvSpPr>
          <p:nvPr>
            <p:ph type="ctrTitle"/>
          </p:nvPr>
        </p:nvSpPr>
        <p:spPr>
          <a:xfrm>
            <a:off x="1666650" y="1724515"/>
            <a:ext cx="5810700" cy="2187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br>
              <a:rPr lang="en-US" sz="2800"/>
            </a:br>
            <a:br>
              <a:rPr lang="en-US" sz="2800"/>
            </a:br>
            <a:br>
              <a:rPr lang="en-US" sz="2800"/>
            </a:br>
            <a:br>
              <a:rPr lang="en-US" sz="2800"/>
            </a:br>
            <a:br>
              <a:rPr lang="en-US" sz="2800"/>
            </a:br>
            <a:br>
              <a:rPr lang="en-US" sz="2800"/>
            </a:br>
            <a:r>
              <a:rPr lang="en-US" sz="2800"/>
              <a:t>Parallel Computing for </a:t>
            </a:r>
            <a:br>
              <a:rPr lang="en-US" sz="2800"/>
            </a:br>
            <a:r>
              <a:rPr lang="en-US" sz="2800"/>
              <a:t>Enhanced Pneumonia Detection in X-Rays </a:t>
            </a:r>
            <a:br>
              <a:rPr lang="en-US" sz="5000"/>
            </a:br>
            <a:endParaRPr lang="en-US" sz="5500">
              <a:latin typeface="Montserrat"/>
              <a:ea typeface="Montserrat"/>
              <a:cs typeface="Montserrat"/>
              <a:sym typeface="Montserrat"/>
            </a:endParaRPr>
          </a:p>
        </p:txBody>
      </p:sp>
      <p:sp>
        <p:nvSpPr>
          <p:cNvPr id="4" name="Google Shape;1657;p29">
            <a:extLst>
              <a:ext uri="{FF2B5EF4-FFF2-40B4-BE49-F238E27FC236}">
                <a16:creationId xmlns:a16="http://schemas.microsoft.com/office/drawing/2014/main" id="{BCC83EE7-7908-C12E-41AE-7CAAEF36B6DE}"/>
              </a:ext>
            </a:extLst>
          </p:cNvPr>
          <p:cNvSpPr txBox="1">
            <a:spLocks/>
          </p:cNvSpPr>
          <p:nvPr/>
        </p:nvSpPr>
        <p:spPr>
          <a:xfrm>
            <a:off x="1611950" y="-541694"/>
            <a:ext cx="5920100" cy="254506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191919"/>
              </a:buClr>
              <a:buSzPts val="5200"/>
              <a:buFont typeface="Montserrat SemiBold"/>
              <a:buNone/>
              <a:defRPr sz="7200" b="0" i="0" u="none" strike="noStrike" cap="none">
                <a:solidFill>
                  <a:schemeClr val="dk1"/>
                </a:solidFill>
                <a:latin typeface="Montserrat SemiBold"/>
                <a:ea typeface="Montserrat SemiBold"/>
                <a:cs typeface="Montserrat SemiBold"/>
                <a:sym typeface="Montserrat SemiBold"/>
              </a:defRPr>
            </a:lvl1pPr>
            <a:lvl2pPr marR="0" lvl="1" algn="ctr" rtl="0">
              <a:lnSpc>
                <a:spcPct val="100000"/>
              </a:lnSpc>
              <a:spcBef>
                <a:spcPts val="0"/>
              </a:spcBef>
              <a:spcAft>
                <a:spcPts val="0"/>
              </a:spcAft>
              <a:buClr>
                <a:srgbClr val="191919"/>
              </a:buClr>
              <a:buSzPts val="5200"/>
              <a:buFont typeface="Montserrat SemiBold"/>
              <a:buNone/>
              <a:defRPr sz="5200" b="0" i="0" u="none" strike="noStrike" cap="none">
                <a:solidFill>
                  <a:srgbClr val="191919"/>
                </a:solidFill>
                <a:latin typeface="Montserrat SemiBold"/>
                <a:ea typeface="Montserrat SemiBold"/>
                <a:cs typeface="Montserrat SemiBold"/>
                <a:sym typeface="Montserrat SemiBold"/>
              </a:defRPr>
            </a:lvl2pPr>
            <a:lvl3pPr marR="0" lvl="2" algn="ctr" rtl="0">
              <a:lnSpc>
                <a:spcPct val="100000"/>
              </a:lnSpc>
              <a:spcBef>
                <a:spcPts val="0"/>
              </a:spcBef>
              <a:spcAft>
                <a:spcPts val="0"/>
              </a:spcAft>
              <a:buClr>
                <a:srgbClr val="191919"/>
              </a:buClr>
              <a:buSzPts val="5200"/>
              <a:buFont typeface="Montserrat SemiBold"/>
              <a:buNone/>
              <a:defRPr sz="5200" b="0" i="0" u="none" strike="noStrike" cap="none">
                <a:solidFill>
                  <a:srgbClr val="191919"/>
                </a:solidFill>
                <a:latin typeface="Montserrat SemiBold"/>
                <a:ea typeface="Montserrat SemiBold"/>
                <a:cs typeface="Montserrat SemiBold"/>
                <a:sym typeface="Montserrat SemiBold"/>
              </a:defRPr>
            </a:lvl3pPr>
            <a:lvl4pPr marR="0" lvl="3" algn="ctr" rtl="0">
              <a:lnSpc>
                <a:spcPct val="100000"/>
              </a:lnSpc>
              <a:spcBef>
                <a:spcPts val="0"/>
              </a:spcBef>
              <a:spcAft>
                <a:spcPts val="0"/>
              </a:spcAft>
              <a:buClr>
                <a:srgbClr val="191919"/>
              </a:buClr>
              <a:buSzPts val="5200"/>
              <a:buFont typeface="Montserrat SemiBold"/>
              <a:buNone/>
              <a:defRPr sz="5200" b="0" i="0" u="none" strike="noStrike" cap="none">
                <a:solidFill>
                  <a:srgbClr val="191919"/>
                </a:solidFill>
                <a:latin typeface="Montserrat SemiBold"/>
                <a:ea typeface="Montserrat SemiBold"/>
                <a:cs typeface="Montserrat SemiBold"/>
                <a:sym typeface="Montserrat SemiBold"/>
              </a:defRPr>
            </a:lvl4pPr>
            <a:lvl5pPr marR="0" lvl="4" algn="ctr" rtl="0">
              <a:lnSpc>
                <a:spcPct val="100000"/>
              </a:lnSpc>
              <a:spcBef>
                <a:spcPts val="0"/>
              </a:spcBef>
              <a:spcAft>
                <a:spcPts val="0"/>
              </a:spcAft>
              <a:buClr>
                <a:srgbClr val="191919"/>
              </a:buClr>
              <a:buSzPts val="5200"/>
              <a:buFont typeface="Montserrat SemiBold"/>
              <a:buNone/>
              <a:defRPr sz="5200" b="0" i="0" u="none" strike="noStrike" cap="none">
                <a:solidFill>
                  <a:srgbClr val="191919"/>
                </a:solidFill>
                <a:latin typeface="Montserrat SemiBold"/>
                <a:ea typeface="Montserrat SemiBold"/>
                <a:cs typeface="Montserrat SemiBold"/>
                <a:sym typeface="Montserrat SemiBold"/>
              </a:defRPr>
            </a:lvl5pPr>
            <a:lvl6pPr marR="0" lvl="5" algn="ctr" rtl="0">
              <a:lnSpc>
                <a:spcPct val="100000"/>
              </a:lnSpc>
              <a:spcBef>
                <a:spcPts val="0"/>
              </a:spcBef>
              <a:spcAft>
                <a:spcPts val="0"/>
              </a:spcAft>
              <a:buClr>
                <a:srgbClr val="191919"/>
              </a:buClr>
              <a:buSzPts val="5200"/>
              <a:buFont typeface="Montserrat SemiBold"/>
              <a:buNone/>
              <a:defRPr sz="5200" b="0" i="0" u="none" strike="noStrike" cap="none">
                <a:solidFill>
                  <a:srgbClr val="191919"/>
                </a:solidFill>
                <a:latin typeface="Montserrat SemiBold"/>
                <a:ea typeface="Montserrat SemiBold"/>
                <a:cs typeface="Montserrat SemiBold"/>
                <a:sym typeface="Montserrat SemiBold"/>
              </a:defRPr>
            </a:lvl6pPr>
            <a:lvl7pPr marR="0" lvl="6" algn="ctr" rtl="0">
              <a:lnSpc>
                <a:spcPct val="100000"/>
              </a:lnSpc>
              <a:spcBef>
                <a:spcPts val="0"/>
              </a:spcBef>
              <a:spcAft>
                <a:spcPts val="0"/>
              </a:spcAft>
              <a:buClr>
                <a:srgbClr val="191919"/>
              </a:buClr>
              <a:buSzPts val="5200"/>
              <a:buFont typeface="Montserrat SemiBold"/>
              <a:buNone/>
              <a:defRPr sz="5200" b="0" i="0" u="none" strike="noStrike" cap="none">
                <a:solidFill>
                  <a:srgbClr val="191919"/>
                </a:solidFill>
                <a:latin typeface="Montserrat SemiBold"/>
                <a:ea typeface="Montserrat SemiBold"/>
                <a:cs typeface="Montserrat SemiBold"/>
                <a:sym typeface="Montserrat SemiBold"/>
              </a:defRPr>
            </a:lvl7pPr>
            <a:lvl8pPr marR="0" lvl="7" algn="ctr" rtl="0">
              <a:lnSpc>
                <a:spcPct val="100000"/>
              </a:lnSpc>
              <a:spcBef>
                <a:spcPts val="0"/>
              </a:spcBef>
              <a:spcAft>
                <a:spcPts val="0"/>
              </a:spcAft>
              <a:buClr>
                <a:srgbClr val="191919"/>
              </a:buClr>
              <a:buSzPts val="5200"/>
              <a:buFont typeface="Montserrat SemiBold"/>
              <a:buNone/>
              <a:defRPr sz="5200" b="0" i="0" u="none" strike="noStrike" cap="none">
                <a:solidFill>
                  <a:srgbClr val="191919"/>
                </a:solidFill>
                <a:latin typeface="Montserrat SemiBold"/>
                <a:ea typeface="Montserrat SemiBold"/>
                <a:cs typeface="Montserrat SemiBold"/>
                <a:sym typeface="Montserrat SemiBold"/>
              </a:defRPr>
            </a:lvl8pPr>
            <a:lvl9pPr marR="0" lvl="8" algn="ctr" rtl="0">
              <a:lnSpc>
                <a:spcPct val="100000"/>
              </a:lnSpc>
              <a:spcBef>
                <a:spcPts val="0"/>
              </a:spcBef>
              <a:spcAft>
                <a:spcPts val="0"/>
              </a:spcAft>
              <a:buClr>
                <a:srgbClr val="191919"/>
              </a:buClr>
              <a:buSzPts val="5200"/>
              <a:buFont typeface="Montserrat SemiBold"/>
              <a:buNone/>
              <a:defRPr sz="5200" b="0" i="0" u="none" strike="noStrike" cap="none">
                <a:solidFill>
                  <a:srgbClr val="191919"/>
                </a:solidFill>
                <a:latin typeface="Montserrat SemiBold"/>
                <a:ea typeface="Montserrat SemiBold"/>
                <a:cs typeface="Montserrat SemiBold"/>
                <a:sym typeface="Montserrat SemiBold"/>
              </a:defRPr>
            </a:lvl9pPr>
          </a:lstStyle>
          <a:p>
            <a:r>
              <a:rPr lang="en-US" sz="2000">
                <a:latin typeface="Montserrat"/>
                <a:ea typeface="Montserrat"/>
                <a:cs typeface="Montserrat"/>
                <a:sym typeface="Montserrat"/>
              </a:rPr>
              <a:t>Northeastern University</a:t>
            </a:r>
          </a:p>
          <a:p>
            <a:r>
              <a:rPr lang="en-US" sz="2000">
                <a:latin typeface="Montserrat"/>
                <a:ea typeface="Montserrat"/>
                <a:cs typeface="Montserrat"/>
                <a:sym typeface="Montserrat"/>
              </a:rPr>
              <a:t>CSYE 7105 33798 - High-Performance Parallel Machine Learning and AI, Spring 2024 </a:t>
            </a:r>
          </a:p>
          <a:p>
            <a:r>
              <a:rPr lang="en-US" sz="2000">
                <a:latin typeface="Montserrat"/>
                <a:ea typeface="Montserrat"/>
                <a:cs typeface="Montserrat"/>
                <a:sym typeface="Montserrat"/>
              </a:rPr>
              <a:t> </a:t>
            </a:r>
          </a:p>
          <a:p>
            <a:endParaRPr lang="en-US" sz="2000">
              <a:latin typeface="Montserrat"/>
              <a:ea typeface="Montserrat"/>
              <a:cs typeface="Montserrat"/>
              <a:sym typeface="Montserrat"/>
            </a:endParaRPr>
          </a:p>
        </p:txBody>
      </p:sp>
      <p:sp>
        <p:nvSpPr>
          <p:cNvPr id="6" name="TextBox 5">
            <a:extLst>
              <a:ext uri="{FF2B5EF4-FFF2-40B4-BE49-F238E27FC236}">
                <a16:creationId xmlns:a16="http://schemas.microsoft.com/office/drawing/2014/main" id="{3E8A0F98-228A-22B8-1A1C-D3E537527F43}"/>
              </a:ext>
            </a:extLst>
          </p:cNvPr>
          <p:cNvSpPr txBox="1"/>
          <p:nvPr/>
        </p:nvSpPr>
        <p:spPr>
          <a:xfrm>
            <a:off x="2813858" y="3632662"/>
            <a:ext cx="3516284" cy="1384995"/>
          </a:xfrm>
          <a:prstGeom prst="rect">
            <a:avLst/>
          </a:prstGeom>
          <a:noFill/>
        </p:spPr>
        <p:txBody>
          <a:bodyPr wrap="square" rtlCol="0">
            <a:spAutoFit/>
          </a:bodyPr>
          <a:lstStyle/>
          <a:p>
            <a:pPr algn="ctr"/>
            <a:r>
              <a:rPr lang="en-US">
                <a:latin typeface="Montserrat" pitchFamily="2" charset="77"/>
              </a:rPr>
              <a:t>Instructor: Prof Handan Liu</a:t>
            </a:r>
          </a:p>
          <a:p>
            <a:pPr algn="ctr"/>
            <a:endParaRPr lang="en-US">
              <a:latin typeface="Montserrat" pitchFamily="2" charset="77"/>
            </a:endParaRPr>
          </a:p>
          <a:p>
            <a:pPr algn="ctr"/>
            <a:r>
              <a:rPr lang="en-US">
                <a:latin typeface="Montserrat" pitchFamily="2" charset="77"/>
              </a:rPr>
              <a:t>Team 12 </a:t>
            </a:r>
          </a:p>
          <a:p>
            <a:pPr algn="ctr"/>
            <a:r>
              <a:rPr lang="en-US">
                <a:latin typeface="Montserrat" pitchFamily="2" charset="77"/>
              </a:rPr>
              <a:t>Tanmay Joshi &amp; </a:t>
            </a:r>
            <a:r>
              <a:rPr lang="en-US" err="1">
                <a:latin typeface="Montserrat" pitchFamily="2" charset="77"/>
              </a:rPr>
              <a:t>Devanshu</a:t>
            </a:r>
            <a:r>
              <a:rPr lang="en-US">
                <a:latin typeface="Montserrat" pitchFamily="2" charset="77"/>
              </a:rPr>
              <a:t> Gohil</a:t>
            </a:r>
          </a:p>
          <a:p>
            <a:pPr algn="ctr"/>
            <a:r>
              <a:rPr lang="en-US">
                <a:latin typeface="Montserrat" pitchFamily="2" charset="77"/>
              </a:rPr>
              <a:t> </a:t>
            </a:r>
          </a:p>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EBF31-932E-14DA-1A45-935DF0A2924E}"/>
              </a:ext>
            </a:extLst>
          </p:cNvPr>
          <p:cNvSpPr>
            <a:spLocks noGrp="1"/>
          </p:cNvSpPr>
          <p:nvPr>
            <p:ph type="title"/>
          </p:nvPr>
        </p:nvSpPr>
        <p:spPr>
          <a:xfrm>
            <a:off x="709748" y="330822"/>
            <a:ext cx="3158707" cy="642440"/>
          </a:xfrm>
        </p:spPr>
        <p:txBody>
          <a:bodyPr/>
          <a:lstStyle/>
          <a:p>
            <a:r>
              <a:rPr lang="en-US" sz="2400"/>
              <a:t>Contents</a:t>
            </a:r>
          </a:p>
        </p:txBody>
      </p:sp>
      <p:sp>
        <p:nvSpPr>
          <p:cNvPr id="3" name="Subtitle 2">
            <a:extLst>
              <a:ext uri="{FF2B5EF4-FFF2-40B4-BE49-F238E27FC236}">
                <a16:creationId xmlns:a16="http://schemas.microsoft.com/office/drawing/2014/main" id="{AF50C675-0C37-B000-61D4-C263DE5689BF}"/>
              </a:ext>
            </a:extLst>
          </p:cNvPr>
          <p:cNvSpPr>
            <a:spLocks noGrp="1"/>
          </p:cNvSpPr>
          <p:nvPr>
            <p:ph type="subTitle" idx="1"/>
          </p:nvPr>
        </p:nvSpPr>
        <p:spPr>
          <a:xfrm>
            <a:off x="1377902" y="965950"/>
            <a:ext cx="6149113" cy="3330310"/>
          </a:xfrm>
        </p:spPr>
        <p:txBody>
          <a:bodyPr/>
          <a:lstStyle/>
          <a:p>
            <a:pPr marL="438150" indent="-285750" algn="l">
              <a:buFont typeface="Arial"/>
              <a:buChar char="•"/>
            </a:pPr>
            <a:r>
              <a:rPr lang="en-US" sz="1400"/>
              <a:t>Introduction</a:t>
            </a:r>
          </a:p>
          <a:p>
            <a:pPr lvl="1" algn="l">
              <a:buFont typeface="Courier New,monospace"/>
              <a:buChar char="o"/>
            </a:pPr>
            <a:r>
              <a:rPr lang="en-US" sz="1400">
                <a:cs typeface="Arial"/>
              </a:rPr>
              <a:t>Background</a:t>
            </a:r>
          </a:p>
          <a:p>
            <a:pPr lvl="1" algn="l">
              <a:buFont typeface="Courier New,monospace"/>
              <a:buChar char="o"/>
            </a:pPr>
            <a:r>
              <a:rPr lang="en-US" sz="1400">
                <a:cs typeface="Arial"/>
              </a:rPr>
              <a:t>Motivation</a:t>
            </a:r>
          </a:p>
          <a:p>
            <a:pPr lvl="1" algn="l">
              <a:buFont typeface="Courier New,monospace"/>
              <a:buChar char="o"/>
            </a:pPr>
            <a:r>
              <a:rPr lang="en-US" sz="1400">
                <a:cs typeface="Arial"/>
              </a:rPr>
              <a:t>Goals</a:t>
            </a:r>
          </a:p>
          <a:p>
            <a:pPr lvl="1" algn="l">
              <a:buFont typeface="Courier New,monospace"/>
              <a:buChar char="o"/>
            </a:pPr>
            <a:r>
              <a:rPr lang="en-US" sz="1400">
                <a:cs typeface="Arial"/>
              </a:rPr>
              <a:t>Dataset</a:t>
            </a:r>
          </a:p>
          <a:p>
            <a:pPr lvl="1" algn="l">
              <a:buFont typeface="Courier New,monospace"/>
              <a:buChar char="o"/>
            </a:pPr>
            <a:r>
              <a:rPr lang="en-US" sz="1400">
                <a:cs typeface="Arial"/>
              </a:rPr>
              <a:t>EDA</a:t>
            </a:r>
            <a:endParaRPr lang="en-US" sz="1400"/>
          </a:p>
          <a:p>
            <a:pPr marL="438150" indent="-285750" algn="l">
              <a:buFont typeface="Arial"/>
              <a:buChar char="•"/>
            </a:pPr>
            <a:r>
              <a:rPr lang="en-US" sz="1400"/>
              <a:t>Methodology</a:t>
            </a:r>
          </a:p>
          <a:p>
            <a:pPr marL="895350" lvl="1" algn="l">
              <a:buFont typeface="Courier New,monospace"/>
              <a:buChar char="o"/>
            </a:pPr>
            <a:r>
              <a:rPr lang="en-US" sz="1400">
                <a:cs typeface="Arial"/>
              </a:rPr>
              <a:t>EDA using Multiprocessing</a:t>
            </a:r>
          </a:p>
          <a:p>
            <a:pPr marL="895350" lvl="1" algn="l">
              <a:buFont typeface="Courier New,monospace"/>
              <a:buChar char="o"/>
            </a:pPr>
            <a:r>
              <a:rPr lang="en-US" sz="1400">
                <a:cs typeface="Arial"/>
              </a:rPr>
              <a:t>Model Selection – </a:t>
            </a:r>
            <a:r>
              <a:rPr lang="en-US" sz="1400" err="1">
                <a:cs typeface="Arial"/>
              </a:rPr>
              <a:t>DenseNet</a:t>
            </a:r>
            <a:r>
              <a:rPr lang="en-US" sz="1400">
                <a:cs typeface="Arial"/>
              </a:rPr>
              <a:t> - 161</a:t>
            </a:r>
          </a:p>
          <a:p>
            <a:pPr marL="895350" lvl="1" algn="l">
              <a:buFont typeface="Courier New,monospace"/>
              <a:buChar char="o"/>
            </a:pPr>
            <a:r>
              <a:rPr lang="en-US" sz="1400">
                <a:cs typeface="Arial"/>
              </a:rPr>
              <a:t>Model Training using Distributed Data Parallel</a:t>
            </a:r>
          </a:p>
          <a:p>
            <a:pPr marL="895350" lvl="1" algn="l">
              <a:buFont typeface="Courier New,monospace"/>
              <a:buChar char="o"/>
            </a:pPr>
            <a:r>
              <a:rPr lang="en-US" sz="1400">
                <a:cs typeface="Arial"/>
              </a:rPr>
              <a:t>Model Evaluation using </a:t>
            </a:r>
            <a:r>
              <a:rPr lang="en-US" sz="1400" err="1">
                <a:cs typeface="Arial"/>
              </a:rPr>
              <a:t>Dask</a:t>
            </a:r>
            <a:endParaRPr lang="en-US" sz="1400">
              <a:cs typeface="Arial"/>
            </a:endParaRPr>
          </a:p>
          <a:p>
            <a:pPr marL="438150" indent="-285750" algn="l">
              <a:buFont typeface="Arial"/>
              <a:buChar char="•"/>
            </a:pPr>
            <a:r>
              <a:rPr lang="en-US" sz="1400"/>
              <a:t>Training</a:t>
            </a:r>
          </a:p>
          <a:p>
            <a:pPr marL="438150" indent="-285750" algn="l">
              <a:buFont typeface="Arial"/>
              <a:buChar char="•"/>
            </a:pPr>
            <a:r>
              <a:rPr lang="en-US" sz="1400"/>
              <a:t>Result and Analysis</a:t>
            </a:r>
          </a:p>
          <a:p>
            <a:pPr marL="438150" indent="-285750" algn="l">
              <a:buFont typeface="Arial"/>
              <a:buChar char="•"/>
            </a:pPr>
            <a:r>
              <a:rPr lang="en-US" sz="1400"/>
              <a:t>Conclusion</a:t>
            </a:r>
          </a:p>
          <a:p>
            <a:pPr marL="438150" indent="-285750" algn="l">
              <a:buFont typeface="Arial"/>
              <a:buChar char="•"/>
            </a:pPr>
            <a:r>
              <a:rPr lang="en-US" sz="1400"/>
              <a:t>References</a:t>
            </a:r>
          </a:p>
          <a:p>
            <a:pPr marL="895350" lvl="1" algn="l">
              <a:buFont typeface="Courier New"/>
              <a:buChar char="o"/>
            </a:pPr>
            <a:endParaRPr lang="en-US" sz="1400"/>
          </a:p>
          <a:p>
            <a:pPr marL="895350" lvl="1" algn="l">
              <a:buFont typeface="Courier New"/>
              <a:buChar char="o"/>
            </a:pPr>
            <a:endParaRPr lang="en-US" sz="1400"/>
          </a:p>
          <a:p>
            <a:pPr marL="895350" lvl="1" algn="l">
              <a:buFont typeface="Courier New"/>
              <a:buChar char="o"/>
            </a:pPr>
            <a:endParaRPr lang="en-US" sz="1400"/>
          </a:p>
          <a:p>
            <a:pPr lvl="1" algn="l">
              <a:buFont typeface="Courier New"/>
              <a:buChar char="o"/>
            </a:pPr>
            <a:endParaRPr lang="en-US" sz="1400"/>
          </a:p>
          <a:p>
            <a:pPr marL="609600" lvl="1" indent="0" algn="l"/>
            <a:endParaRPr lang="en-US" sz="1400"/>
          </a:p>
          <a:p>
            <a:pPr marL="609600" lvl="1" indent="0" algn="l"/>
            <a:endParaRPr lang="en-US" sz="1400"/>
          </a:p>
          <a:p>
            <a:pPr lvl="1" algn="l">
              <a:buFont typeface="Courier New"/>
              <a:buChar char="o"/>
            </a:pPr>
            <a:endParaRPr lang="en-US" sz="1400"/>
          </a:p>
          <a:p>
            <a:pPr lvl="1" algn="l">
              <a:buFont typeface="Courier New"/>
              <a:buChar char="o"/>
            </a:pPr>
            <a:endParaRPr lang="en-US" sz="1400"/>
          </a:p>
          <a:p>
            <a:pPr algn="l">
              <a:buFont typeface="Arial"/>
              <a:buChar char="•"/>
            </a:pPr>
            <a:endParaRPr lang="en-US" sz="1400"/>
          </a:p>
        </p:txBody>
      </p:sp>
    </p:spTree>
    <p:extLst>
      <p:ext uri="{BB962C8B-B14F-4D97-AF65-F5344CB8AC3E}">
        <p14:creationId xmlns:p14="http://schemas.microsoft.com/office/powerpoint/2010/main" val="4032800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0C7AE-FB11-5BD7-A791-DE9C1D6F2C41}"/>
              </a:ext>
            </a:extLst>
          </p:cNvPr>
          <p:cNvSpPr>
            <a:spLocks noGrp="1"/>
          </p:cNvSpPr>
          <p:nvPr>
            <p:ph type="title"/>
          </p:nvPr>
        </p:nvSpPr>
        <p:spPr>
          <a:xfrm>
            <a:off x="-168300" y="371216"/>
            <a:ext cx="4740300" cy="841800"/>
          </a:xfrm>
        </p:spPr>
        <p:txBody>
          <a:bodyPr/>
          <a:lstStyle/>
          <a:p>
            <a:r>
              <a:rPr lang="en-US" sz="2400"/>
              <a:t>Background</a:t>
            </a:r>
          </a:p>
        </p:txBody>
      </p:sp>
      <p:sp>
        <p:nvSpPr>
          <p:cNvPr id="3" name="Subtitle 2">
            <a:extLst>
              <a:ext uri="{FF2B5EF4-FFF2-40B4-BE49-F238E27FC236}">
                <a16:creationId xmlns:a16="http://schemas.microsoft.com/office/drawing/2014/main" id="{5F2C4212-6EB9-4CBC-FD18-BC1FCAD1C8F2}"/>
              </a:ext>
            </a:extLst>
          </p:cNvPr>
          <p:cNvSpPr>
            <a:spLocks noGrp="1"/>
          </p:cNvSpPr>
          <p:nvPr>
            <p:ph type="subTitle" idx="1"/>
          </p:nvPr>
        </p:nvSpPr>
        <p:spPr>
          <a:xfrm>
            <a:off x="938390" y="1212374"/>
            <a:ext cx="6800759" cy="3176104"/>
          </a:xfrm>
        </p:spPr>
        <p:txBody>
          <a:bodyPr/>
          <a:lstStyle/>
          <a:p>
            <a:pPr algn="just">
              <a:buFont typeface="Arial" panose="020B0604020202020204" pitchFamily="34" charset="0"/>
              <a:buChar char="•"/>
            </a:pPr>
            <a:r>
              <a:rPr lang="en-US"/>
              <a:t>Pneumonia is a serious lung infection affecting many globally, especially the young and old. Timely and correct diagnosis is critical for treatment, but conventional X-ray reading methods are slow and inconsistent in accuracy.</a:t>
            </a:r>
          </a:p>
          <a:p>
            <a:pPr algn="just"/>
            <a:endParaRPr lang="en-US"/>
          </a:p>
          <a:p>
            <a:pPr algn="just">
              <a:buFont typeface="Arial" panose="020B0604020202020204" pitchFamily="34" charset="0"/>
              <a:buChar char="•"/>
            </a:pPr>
            <a:r>
              <a:rPr lang="en-US"/>
              <a:t>Hence, due to advancement in technology and AI, modern solutions include classification of patients’ images using deep learning models </a:t>
            </a:r>
          </a:p>
        </p:txBody>
      </p:sp>
      <p:pic>
        <p:nvPicPr>
          <p:cNvPr id="4" name="Picture 3" descr="Pneumonia, caused by bacteria. Figure A shows pneumonia affecting part of the left lung. Figure B shows healthy alveoli (air sacs). Figure C shows alveoli filled with mucus.">
            <a:extLst>
              <a:ext uri="{FF2B5EF4-FFF2-40B4-BE49-F238E27FC236}">
                <a16:creationId xmlns:a16="http://schemas.microsoft.com/office/drawing/2014/main" id="{7AF0072D-4851-7613-9D7D-D6134559CFC7}"/>
              </a:ext>
            </a:extLst>
          </p:cNvPr>
          <p:cNvPicPr>
            <a:picLocks noChangeAspect="1"/>
          </p:cNvPicPr>
          <p:nvPr/>
        </p:nvPicPr>
        <p:blipFill>
          <a:blip r:embed="rId2"/>
          <a:stretch>
            <a:fillRect/>
          </a:stretch>
        </p:blipFill>
        <p:spPr>
          <a:xfrm>
            <a:off x="6629399" y="3057313"/>
            <a:ext cx="2517259" cy="2085732"/>
          </a:xfrm>
          <a:prstGeom prst="rect">
            <a:avLst/>
          </a:prstGeom>
        </p:spPr>
      </p:pic>
    </p:spTree>
    <p:extLst>
      <p:ext uri="{BB962C8B-B14F-4D97-AF65-F5344CB8AC3E}">
        <p14:creationId xmlns:p14="http://schemas.microsoft.com/office/powerpoint/2010/main" val="4171316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46AD-A3BB-340A-0E19-86F694B81CA7}"/>
              </a:ext>
            </a:extLst>
          </p:cNvPr>
          <p:cNvSpPr>
            <a:spLocks noGrp="1"/>
          </p:cNvSpPr>
          <p:nvPr>
            <p:ph type="title"/>
          </p:nvPr>
        </p:nvSpPr>
        <p:spPr>
          <a:xfrm>
            <a:off x="997525" y="554875"/>
            <a:ext cx="3408219" cy="476682"/>
          </a:xfrm>
        </p:spPr>
        <p:txBody>
          <a:bodyPr/>
          <a:lstStyle/>
          <a:p>
            <a:pPr algn="l"/>
            <a:r>
              <a:rPr lang="en-US" sz="2400"/>
              <a:t>Motivation </a:t>
            </a:r>
          </a:p>
        </p:txBody>
      </p:sp>
      <p:sp>
        <p:nvSpPr>
          <p:cNvPr id="3" name="Subtitle 2">
            <a:extLst>
              <a:ext uri="{FF2B5EF4-FFF2-40B4-BE49-F238E27FC236}">
                <a16:creationId xmlns:a16="http://schemas.microsoft.com/office/drawing/2014/main" id="{07E383F7-38B0-DCC1-E32B-10A2AA867D0D}"/>
              </a:ext>
            </a:extLst>
          </p:cNvPr>
          <p:cNvSpPr>
            <a:spLocks noGrp="1"/>
          </p:cNvSpPr>
          <p:nvPr>
            <p:ph type="subTitle" idx="1"/>
          </p:nvPr>
        </p:nvSpPr>
        <p:spPr>
          <a:xfrm>
            <a:off x="997525" y="1051541"/>
            <a:ext cx="6985712" cy="3757514"/>
          </a:xfrm>
        </p:spPr>
        <p:txBody>
          <a:bodyPr/>
          <a:lstStyle/>
          <a:p>
            <a:pPr algn="l">
              <a:buFont typeface="Arial" panose="020B0604020202020204" pitchFamily="34" charset="0"/>
              <a:buChar char="•"/>
            </a:pPr>
            <a:r>
              <a:rPr lang="en-US" sz="1400"/>
              <a:t>Pneumonia, a major global health issue, especially impacts the young and old; swift and precise X-ray diagnosis is key to lowering mortality.</a:t>
            </a:r>
          </a:p>
          <a:p>
            <a:pPr marL="152400" indent="0" algn="l"/>
            <a:endParaRPr lang="en-US" sz="1400"/>
          </a:p>
          <a:p>
            <a:pPr algn="l">
              <a:buFont typeface="Arial" panose="020B0604020202020204" pitchFamily="34" charset="0"/>
              <a:buChar char="•"/>
            </a:pPr>
            <a:r>
              <a:rPr lang="en-US" sz="1400"/>
              <a:t>Manual analysis of X-ray images is time-intensive and challenging for radiologists.</a:t>
            </a:r>
          </a:p>
          <a:p>
            <a:pPr marL="152400" indent="0" algn="l"/>
            <a:endParaRPr lang="en-US" sz="1400"/>
          </a:p>
          <a:p>
            <a:pPr algn="l">
              <a:buFont typeface="Arial" panose="020B0604020202020204" pitchFamily="34" charset="0"/>
              <a:buChar char="•"/>
            </a:pPr>
            <a:r>
              <a:rPr lang="en-US" sz="1400"/>
              <a:t>Machine Learning advancements offer solutions to improve the detection process.</a:t>
            </a:r>
          </a:p>
          <a:p>
            <a:pPr marL="152400" indent="0" algn="l"/>
            <a:endParaRPr lang="en-US" sz="1400"/>
          </a:p>
          <a:p>
            <a:pPr algn="l">
              <a:buFont typeface="Arial" panose="020B0604020202020204" pitchFamily="34" charset="0"/>
              <a:buChar char="•"/>
            </a:pPr>
            <a:r>
              <a:rPr lang="en-US" sz="1400"/>
              <a:t>Processing and training with large datasets demand significant computational power.</a:t>
            </a:r>
          </a:p>
          <a:p>
            <a:pPr marL="152400" indent="0" algn="l"/>
            <a:endParaRPr lang="en-US" sz="1400"/>
          </a:p>
          <a:p>
            <a:pPr algn="l">
              <a:buFont typeface="Arial" panose="020B0604020202020204" pitchFamily="34" charset="0"/>
              <a:buChar char="•"/>
            </a:pPr>
            <a:r>
              <a:rPr lang="en-US" sz="1400"/>
              <a:t>This project aims to use parallel computing to quicken and scale the analysis effectively</a:t>
            </a:r>
          </a:p>
          <a:p>
            <a:pPr algn="l">
              <a:buFont typeface="Arial" panose="020B0604020202020204" pitchFamily="34" charset="0"/>
              <a:buChar char="•"/>
            </a:pPr>
            <a:endParaRPr lang="en-US" sz="1350"/>
          </a:p>
        </p:txBody>
      </p:sp>
    </p:spTree>
    <p:extLst>
      <p:ext uri="{BB962C8B-B14F-4D97-AF65-F5344CB8AC3E}">
        <p14:creationId xmlns:p14="http://schemas.microsoft.com/office/powerpoint/2010/main" val="1233287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28E7D-3191-2FB0-F2CF-69B42EA7E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58C792-9529-4888-DE24-B1A430F75003}"/>
              </a:ext>
            </a:extLst>
          </p:cNvPr>
          <p:cNvSpPr>
            <a:spLocks noGrp="1"/>
          </p:cNvSpPr>
          <p:nvPr>
            <p:ph type="title"/>
          </p:nvPr>
        </p:nvSpPr>
        <p:spPr>
          <a:xfrm>
            <a:off x="997525" y="554875"/>
            <a:ext cx="3408219" cy="476682"/>
          </a:xfrm>
        </p:spPr>
        <p:txBody>
          <a:bodyPr/>
          <a:lstStyle/>
          <a:p>
            <a:pPr algn="l"/>
            <a:r>
              <a:rPr lang="en-US" sz="2400"/>
              <a:t>Goals</a:t>
            </a:r>
          </a:p>
        </p:txBody>
      </p:sp>
      <p:sp>
        <p:nvSpPr>
          <p:cNvPr id="5" name="TextBox 4">
            <a:extLst>
              <a:ext uri="{FF2B5EF4-FFF2-40B4-BE49-F238E27FC236}">
                <a16:creationId xmlns:a16="http://schemas.microsoft.com/office/drawing/2014/main" id="{B345810C-1227-54B1-539A-9642F56F763C}"/>
              </a:ext>
            </a:extLst>
          </p:cNvPr>
          <p:cNvSpPr txBox="1"/>
          <p:nvPr/>
        </p:nvSpPr>
        <p:spPr>
          <a:xfrm>
            <a:off x="997525" y="1031557"/>
            <a:ext cx="6434053" cy="3539430"/>
          </a:xfrm>
          <a:prstGeom prst="rect">
            <a:avLst/>
          </a:prstGeom>
          <a:noFill/>
        </p:spPr>
        <p:txBody>
          <a:bodyPr wrap="square" lIns="91440" tIns="45720" rIns="91440" bIns="45720" rtlCol="0" anchor="t">
            <a:spAutoFit/>
          </a:bodyPr>
          <a:lstStyle/>
          <a:p>
            <a:r>
              <a:rPr lang="en-US">
                <a:latin typeface="Karla"/>
              </a:rPr>
              <a:t>The aim of our project is to engineer a deep learning model that operates in parallel to classify weather images. The objectives include:</a:t>
            </a:r>
          </a:p>
          <a:p>
            <a:endParaRPr lang="en-US">
              <a:latin typeface="Karla" pitchFamily="2" charset="77"/>
            </a:endParaRPr>
          </a:p>
          <a:p>
            <a:endParaRPr lang="en-US">
              <a:latin typeface="Karla" pitchFamily="2" charset="77"/>
            </a:endParaRPr>
          </a:p>
          <a:p>
            <a:pPr marL="285750" indent="-285750">
              <a:buFont typeface="Arial" panose="020B0604020202020204" pitchFamily="34" charset="0"/>
              <a:buChar char="•"/>
            </a:pPr>
            <a:r>
              <a:rPr lang="en-US" b="1">
                <a:latin typeface="Karla"/>
              </a:rPr>
              <a:t>Model Design</a:t>
            </a:r>
            <a:r>
              <a:rPr lang="en-US">
                <a:latin typeface="Karla"/>
              </a:rPr>
              <a:t>: Craft a deep learning architecture specifically tailored for the intricate task of Pneumonia image classification.</a:t>
            </a:r>
          </a:p>
          <a:p>
            <a:endParaRPr lang="en-US">
              <a:latin typeface="Karla" pitchFamily="2" charset="77"/>
            </a:endParaRPr>
          </a:p>
          <a:p>
            <a:pPr marL="285750" indent="-285750">
              <a:buFont typeface="Arial" panose="020B0604020202020204" pitchFamily="34" charset="0"/>
              <a:buChar char="•"/>
            </a:pPr>
            <a:r>
              <a:rPr lang="en-US" b="1">
                <a:latin typeface="Karla"/>
              </a:rPr>
              <a:t>Parallelization Implementation</a:t>
            </a:r>
            <a:r>
              <a:rPr lang="en-US">
                <a:latin typeface="Karla"/>
              </a:rPr>
              <a:t>: Apply various parallel computing techniques to bolster the model's training process, thereby increasing speed.</a:t>
            </a:r>
          </a:p>
          <a:p>
            <a:endParaRPr lang="en-US">
              <a:latin typeface="Karla" pitchFamily="2" charset="77"/>
            </a:endParaRPr>
          </a:p>
          <a:p>
            <a:pPr marL="285750" indent="-285750">
              <a:buFont typeface="Arial" panose="020B0604020202020204" pitchFamily="34" charset="0"/>
              <a:buChar char="•"/>
            </a:pPr>
            <a:r>
              <a:rPr lang="en-US" b="1">
                <a:latin typeface="Karla"/>
              </a:rPr>
              <a:t>Performance Analysis</a:t>
            </a:r>
            <a:r>
              <a:rPr lang="en-US">
                <a:latin typeface="Karla"/>
              </a:rPr>
              <a:t>: Conduct a thorough evaluation and interpret the efficacy of each parallelization strategy across different stages of the model's workflow.</a:t>
            </a:r>
          </a:p>
          <a:p>
            <a:pPr marL="285750" indent="-285750">
              <a:buFont typeface="Arial" panose="020B0604020202020204" pitchFamily="34" charset="0"/>
              <a:buChar char="•"/>
            </a:pPr>
            <a:endParaRPr lang="en-US">
              <a:latin typeface="Karla" pitchFamily="2" charset="77"/>
            </a:endParaRPr>
          </a:p>
          <a:p>
            <a:pPr marL="285750" indent="-285750">
              <a:buFont typeface="Arial" panose="020B0604020202020204" pitchFamily="34" charset="0"/>
              <a:buChar char="•"/>
            </a:pPr>
            <a:endParaRPr lang="en-US">
              <a:latin typeface="Karla" pitchFamily="2" charset="77"/>
            </a:endParaRPr>
          </a:p>
        </p:txBody>
      </p:sp>
    </p:spTree>
    <p:extLst>
      <p:ext uri="{BB962C8B-B14F-4D97-AF65-F5344CB8AC3E}">
        <p14:creationId xmlns:p14="http://schemas.microsoft.com/office/powerpoint/2010/main" val="1118965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D3253-5B76-1879-BEC0-4042F18D2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6CA0B-3160-1909-F1E5-EDB648F4578E}"/>
              </a:ext>
            </a:extLst>
          </p:cNvPr>
          <p:cNvSpPr>
            <a:spLocks noGrp="1"/>
          </p:cNvSpPr>
          <p:nvPr>
            <p:ph type="title"/>
          </p:nvPr>
        </p:nvSpPr>
        <p:spPr>
          <a:xfrm>
            <a:off x="997525" y="554875"/>
            <a:ext cx="3408219" cy="476682"/>
          </a:xfrm>
        </p:spPr>
        <p:txBody>
          <a:bodyPr/>
          <a:lstStyle/>
          <a:p>
            <a:pPr algn="l"/>
            <a:r>
              <a:rPr lang="en-US" sz="2400"/>
              <a:t>Dataset</a:t>
            </a:r>
          </a:p>
        </p:txBody>
      </p:sp>
      <p:sp>
        <p:nvSpPr>
          <p:cNvPr id="5" name="TextBox 4">
            <a:extLst>
              <a:ext uri="{FF2B5EF4-FFF2-40B4-BE49-F238E27FC236}">
                <a16:creationId xmlns:a16="http://schemas.microsoft.com/office/drawing/2014/main" id="{BDD423AA-D044-6DB1-96FC-D7E0CE89CA37}"/>
              </a:ext>
            </a:extLst>
          </p:cNvPr>
          <p:cNvSpPr txBox="1"/>
          <p:nvPr/>
        </p:nvSpPr>
        <p:spPr>
          <a:xfrm>
            <a:off x="997525" y="1031557"/>
            <a:ext cx="6434053" cy="1877437"/>
          </a:xfrm>
          <a:prstGeom prst="rect">
            <a:avLst/>
          </a:prstGeom>
          <a:noFill/>
        </p:spPr>
        <p:txBody>
          <a:bodyPr wrap="square" rtlCol="0">
            <a:spAutoFit/>
          </a:bodyPr>
          <a:lstStyle/>
          <a:p>
            <a:pPr marL="285750" marR="0" indent="-285750">
              <a:spcBef>
                <a:spcPts val="0"/>
              </a:spcBef>
              <a:spcAft>
                <a:spcPts val="0"/>
              </a:spcAft>
              <a:buFont typeface="Arial" panose="020B0604020202020204" pitchFamily="34" charset="0"/>
              <a:buChar char="•"/>
            </a:pPr>
            <a:r>
              <a:rPr lang="en-IN">
                <a:effectLst/>
                <a:latin typeface="Karla" pitchFamily="2" charset="77"/>
                <a:ea typeface="Times New Roman" panose="02020603050405020304" pitchFamily="18" charset="0"/>
              </a:rPr>
              <a:t>The dataset is titled “</a:t>
            </a:r>
            <a:r>
              <a:rPr lang="en-IN" err="1">
                <a:effectLst/>
                <a:latin typeface="Karla" pitchFamily="2" charset="77"/>
                <a:ea typeface="Times New Roman" panose="02020603050405020304" pitchFamily="18" charset="0"/>
              </a:rPr>
              <a:t>Pediatric</a:t>
            </a:r>
            <a:r>
              <a:rPr lang="en-IN">
                <a:effectLst/>
                <a:latin typeface="Karla" pitchFamily="2" charset="77"/>
                <a:ea typeface="Times New Roman" panose="02020603050405020304" pitchFamily="18" charset="0"/>
              </a:rPr>
              <a:t> Pneumonia Chest X-ray” and is publicly available on Kaggle. </a:t>
            </a:r>
          </a:p>
          <a:p>
            <a:pPr marL="285750" marR="0" indent="-285750">
              <a:spcBef>
                <a:spcPts val="0"/>
              </a:spcBef>
              <a:spcAft>
                <a:spcPts val="0"/>
              </a:spcAft>
              <a:buFont typeface="Arial" panose="020B0604020202020204" pitchFamily="34" charset="0"/>
              <a:buChar char="•"/>
            </a:pPr>
            <a:r>
              <a:rPr lang="en-IN">
                <a:effectLst/>
                <a:latin typeface="Karla" pitchFamily="2" charset="77"/>
                <a:ea typeface="Times New Roman" panose="02020603050405020304" pitchFamily="18" charset="0"/>
              </a:rPr>
              <a:t>It consists of 5,863 X-Ray images categorized into pneumonia and normal conditions. </a:t>
            </a:r>
          </a:p>
          <a:p>
            <a:pPr marL="285750" marR="0" indent="-285750">
              <a:spcBef>
                <a:spcPts val="0"/>
              </a:spcBef>
              <a:spcAft>
                <a:spcPts val="0"/>
              </a:spcAft>
              <a:buFont typeface="Arial" panose="020B0604020202020204" pitchFamily="34" charset="0"/>
              <a:buChar char="•"/>
            </a:pPr>
            <a:r>
              <a:rPr lang="en-IN">
                <a:effectLst/>
                <a:latin typeface="Karla" pitchFamily="2" charset="77"/>
                <a:ea typeface="Times New Roman" panose="02020603050405020304" pitchFamily="18" charset="0"/>
              </a:rPr>
              <a:t>The images are grayscale and vary in size. For this project, images will be resized to a standard dimension to ensure uniformity.</a:t>
            </a:r>
            <a:endParaRPr lang="en-US">
              <a:effectLst/>
              <a:latin typeface="Karla" pitchFamily="2" charset="77"/>
              <a:ea typeface="Calibri" panose="020F0502020204030204" pitchFamily="34" charset="0"/>
            </a:endParaRPr>
          </a:p>
          <a:p>
            <a:pPr marL="0" marR="0">
              <a:spcBef>
                <a:spcPts val="0"/>
              </a:spcBef>
              <a:spcAft>
                <a:spcPts val="0"/>
              </a:spcAft>
            </a:pPr>
            <a:r>
              <a:rPr lang="en-IN" sz="1800">
                <a:effectLst/>
                <a:latin typeface="Times New Roman" panose="02020603050405020304" pitchFamily="18" charset="0"/>
                <a:ea typeface="Times New Roman" panose="02020603050405020304" pitchFamily="18" charset="0"/>
              </a:rPr>
              <a:t> </a:t>
            </a:r>
            <a:endParaRPr lang="en-US" sz="1800">
              <a:effectLst/>
              <a:latin typeface="Calibri" panose="020F0502020204030204" pitchFamily="34" charset="0"/>
              <a:ea typeface="Calibri" panose="020F0502020204030204" pitchFamily="34" charset="0"/>
            </a:endParaRPr>
          </a:p>
          <a:p>
            <a:pPr marL="285750" indent="-285750">
              <a:buFont typeface="Arial" panose="020B0604020202020204" pitchFamily="34" charset="0"/>
              <a:buChar char="•"/>
            </a:pPr>
            <a:endParaRPr lang="en-US">
              <a:latin typeface="Karla" pitchFamily="2" charset="77"/>
            </a:endParaRPr>
          </a:p>
        </p:txBody>
      </p:sp>
      <p:pic>
        <p:nvPicPr>
          <p:cNvPr id="3" name="Picture 2" descr="A x-ray of a chest&#10;&#10;Description automatically generated">
            <a:extLst>
              <a:ext uri="{FF2B5EF4-FFF2-40B4-BE49-F238E27FC236}">
                <a16:creationId xmlns:a16="http://schemas.microsoft.com/office/drawing/2014/main" id="{FCA7858A-89C1-C07E-6B53-3B9328382132}"/>
              </a:ext>
            </a:extLst>
          </p:cNvPr>
          <p:cNvPicPr>
            <a:picLocks noChangeAspect="1"/>
          </p:cNvPicPr>
          <p:nvPr/>
        </p:nvPicPr>
        <p:blipFill rotWithShape="1">
          <a:blip r:embed="rId2"/>
          <a:srcRect b="1126"/>
          <a:stretch/>
        </p:blipFill>
        <p:spPr>
          <a:xfrm>
            <a:off x="3790338" y="2712675"/>
            <a:ext cx="1797480" cy="1870280"/>
          </a:xfrm>
          <a:prstGeom prst="rect">
            <a:avLst/>
          </a:prstGeom>
        </p:spPr>
      </p:pic>
      <p:pic>
        <p:nvPicPr>
          <p:cNvPr id="4" name="Picture 3" descr="A x-ray of a person's chest&#10;&#10;Description automatically generated">
            <a:extLst>
              <a:ext uri="{FF2B5EF4-FFF2-40B4-BE49-F238E27FC236}">
                <a16:creationId xmlns:a16="http://schemas.microsoft.com/office/drawing/2014/main" id="{1EEDE60A-8351-8F92-65A9-D85B532FB9AA}"/>
              </a:ext>
            </a:extLst>
          </p:cNvPr>
          <p:cNvPicPr>
            <a:picLocks noChangeAspect="1"/>
          </p:cNvPicPr>
          <p:nvPr/>
        </p:nvPicPr>
        <p:blipFill>
          <a:blip r:embed="rId3"/>
          <a:stretch>
            <a:fillRect/>
          </a:stretch>
        </p:blipFill>
        <p:spPr>
          <a:xfrm>
            <a:off x="5448265" y="2596008"/>
            <a:ext cx="1983313" cy="2262217"/>
          </a:xfrm>
          <a:prstGeom prst="rect">
            <a:avLst/>
          </a:prstGeom>
        </p:spPr>
      </p:pic>
    </p:spTree>
    <p:extLst>
      <p:ext uri="{BB962C8B-B14F-4D97-AF65-F5344CB8AC3E}">
        <p14:creationId xmlns:p14="http://schemas.microsoft.com/office/powerpoint/2010/main" val="2228117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1E9495-B551-CBFF-303D-1039271F33E4}"/>
              </a:ext>
            </a:extLst>
          </p:cNvPr>
          <p:cNvPicPr>
            <a:picLocks noChangeAspect="1"/>
          </p:cNvPicPr>
          <p:nvPr/>
        </p:nvPicPr>
        <p:blipFill>
          <a:blip r:embed="rId2"/>
          <a:stretch>
            <a:fillRect/>
          </a:stretch>
        </p:blipFill>
        <p:spPr>
          <a:xfrm>
            <a:off x="5166506" y="559307"/>
            <a:ext cx="3975100" cy="2857500"/>
          </a:xfrm>
          <a:prstGeom prst="rect">
            <a:avLst/>
          </a:prstGeom>
        </p:spPr>
      </p:pic>
      <p:pic>
        <p:nvPicPr>
          <p:cNvPr id="5" name="Picture 4">
            <a:extLst>
              <a:ext uri="{FF2B5EF4-FFF2-40B4-BE49-F238E27FC236}">
                <a16:creationId xmlns:a16="http://schemas.microsoft.com/office/drawing/2014/main" id="{E46D0FAC-AB94-1986-4C45-D0E891F1D5C0}"/>
              </a:ext>
            </a:extLst>
          </p:cNvPr>
          <p:cNvPicPr>
            <a:picLocks noChangeAspect="1"/>
          </p:cNvPicPr>
          <p:nvPr/>
        </p:nvPicPr>
        <p:blipFill>
          <a:blip r:embed="rId3"/>
          <a:stretch>
            <a:fillRect/>
          </a:stretch>
        </p:blipFill>
        <p:spPr>
          <a:xfrm>
            <a:off x="416751" y="1054716"/>
            <a:ext cx="4755320" cy="2358408"/>
          </a:xfrm>
          <a:prstGeom prst="rect">
            <a:avLst/>
          </a:prstGeom>
        </p:spPr>
      </p:pic>
      <p:pic>
        <p:nvPicPr>
          <p:cNvPr id="12" name="Picture 11">
            <a:extLst>
              <a:ext uri="{FF2B5EF4-FFF2-40B4-BE49-F238E27FC236}">
                <a16:creationId xmlns:a16="http://schemas.microsoft.com/office/drawing/2014/main" id="{8885F914-4E4B-9BBF-3093-B449DC41003B}"/>
              </a:ext>
            </a:extLst>
          </p:cNvPr>
          <p:cNvPicPr>
            <a:picLocks noChangeAspect="1"/>
          </p:cNvPicPr>
          <p:nvPr/>
        </p:nvPicPr>
        <p:blipFill>
          <a:blip r:embed="rId4"/>
          <a:stretch>
            <a:fillRect/>
          </a:stretch>
        </p:blipFill>
        <p:spPr>
          <a:xfrm>
            <a:off x="5349506" y="2945456"/>
            <a:ext cx="3057724" cy="2198044"/>
          </a:xfrm>
          <a:prstGeom prst="rect">
            <a:avLst/>
          </a:prstGeom>
        </p:spPr>
      </p:pic>
      <p:sp>
        <p:nvSpPr>
          <p:cNvPr id="8" name="TextBox 7">
            <a:extLst>
              <a:ext uri="{FF2B5EF4-FFF2-40B4-BE49-F238E27FC236}">
                <a16:creationId xmlns:a16="http://schemas.microsoft.com/office/drawing/2014/main" id="{FEB8ED33-7FCC-DB25-68A2-94A735F8DFBB}"/>
              </a:ext>
            </a:extLst>
          </p:cNvPr>
          <p:cNvSpPr txBox="1"/>
          <p:nvPr/>
        </p:nvSpPr>
        <p:spPr>
          <a:xfrm>
            <a:off x="661877" y="216639"/>
            <a:ext cx="595954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dk1"/>
                </a:solidFill>
                <a:latin typeface="Montserrat SemiBold"/>
              </a:rPr>
              <a:t>EDA(Exploratory Data Analysis)</a:t>
            </a:r>
            <a:endParaRPr lang="en-US"/>
          </a:p>
        </p:txBody>
      </p:sp>
    </p:spTree>
    <p:extLst>
      <p:ext uri="{BB962C8B-B14F-4D97-AF65-F5344CB8AC3E}">
        <p14:creationId xmlns:p14="http://schemas.microsoft.com/office/powerpoint/2010/main" val="9815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6E049-051C-7E23-14CE-F294D2E4518A}"/>
              </a:ext>
            </a:extLst>
          </p:cNvPr>
          <p:cNvSpPr>
            <a:spLocks noGrp="1"/>
          </p:cNvSpPr>
          <p:nvPr>
            <p:ph type="title"/>
          </p:nvPr>
        </p:nvSpPr>
        <p:spPr>
          <a:xfrm>
            <a:off x="1364535" y="986792"/>
            <a:ext cx="3397940" cy="622504"/>
          </a:xfrm>
        </p:spPr>
        <p:txBody>
          <a:bodyPr/>
          <a:lstStyle/>
          <a:p>
            <a:r>
              <a:rPr lang="en-US" sz="2400"/>
              <a:t>Methodology</a:t>
            </a:r>
          </a:p>
        </p:txBody>
      </p:sp>
      <p:sp>
        <p:nvSpPr>
          <p:cNvPr id="3" name="Subtitle 2">
            <a:extLst>
              <a:ext uri="{FF2B5EF4-FFF2-40B4-BE49-F238E27FC236}">
                <a16:creationId xmlns:a16="http://schemas.microsoft.com/office/drawing/2014/main" id="{4A35A29A-2569-B6D6-4514-B388A7235EFC}"/>
              </a:ext>
            </a:extLst>
          </p:cNvPr>
          <p:cNvSpPr>
            <a:spLocks noGrp="1"/>
          </p:cNvSpPr>
          <p:nvPr>
            <p:ph type="subTitle" idx="1"/>
          </p:nvPr>
        </p:nvSpPr>
        <p:spPr>
          <a:xfrm>
            <a:off x="1364610" y="2009269"/>
            <a:ext cx="6494672" cy="2213891"/>
          </a:xfrm>
        </p:spPr>
        <p:txBody>
          <a:bodyPr/>
          <a:lstStyle/>
          <a:p>
            <a:pPr marL="895350" lvl="1" algn="l">
              <a:buFont typeface="Courier New,monospace"/>
              <a:buChar char="o"/>
            </a:pPr>
            <a:r>
              <a:rPr lang="en-US" sz="1600">
                <a:cs typeface="Arial"/>
              </a:rPr>
              <a:t>EDA using Multiprocessing</a:t>
            </a:r>
          </a:p>
          <a:p>
            <a:pPr marL="895350" lvl="1" algn="l">
              <a:buFont typeface="Courier New,monospace"/>
              <a:buChar char="o"/>
            </a:pPr>
            <a:r>
              <a:rPr lang="en-US" sz="1600">
                <a:cs typeface="Arial"/>
              </a:rPr>
              <a:t>Model Selection – </a:t>
            </a:r>
            <a:r>
              <a:rPr lang="en-US" sz="1600" err="1">
                <a:cs typeface="Arial"/>
              </a:rPr>
              <a:t>DenseNet</a:t>
            </a:r>
            <a:r>
              <a:rPr lang="en-US" sz="1600">
                <a:cs typeface="Arial"/>
              </a:rPr>
              <a:t> - 161</a:t>
            </a:r>
          </a:p>
          <a:p>
            <a:pPr marL="895350" lvl="1" algn="l">
              <a:buFont typeface="Courier New,monospace"/>
              <a:buChar char="o"/>
            </a:pPr>
            <a:r>
              <a:rPr lang="en-US" sz="1600">
                <a:cs typeface="Arial"/>
              </a:rPr>
              <a:t>Model Training using Distributed Data Parallel</a:t>
            </a:r>
          </a:p>
          <a:p>
            <a:pPr marL="895350" lvl="1" algn="l">
              <a:buFont typeface="Courier New,monospace"/>
              <a:buChar char="o"/>
            </a:pPr>
            <a:r>
              <a:rPr lang="en-US" sz="1600">
                <a:cs typeface="Arial"/>
              </a:rPr>
              <a:t>Model Evaluation using </a:t>
            </a:r>
            <a:r>
              <a:rPr lang="en-US" sz="1600" err="1">
                <a:cs typeface="Arial"/>
              </a:rPr>
              <a:t>Dask</a:t>
            </a:r>
            <a:endParaRPr lang="en-US" sz="1600">
              <a:cs typeface="Arial"/>
            </a:endParaRPr>
          </a:p>
          <a:p>
            <a:endParaRPr lang="en-US"/>
          </a:p>
        </p:txBody>
      </p:sp>
    </p:spTree>
    <p:extLst>
      <p:ext uri="{BB962C8B-B14F-4D97-AF65-F5344CB8AC3E}">
        <p14:creationId xmlns:p14="http://schemas.microsoft.com/office/powerpoint/2010/main" val="2411731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13DA9-193F-A793-4A1C-A9565B0A35E9}"/>
              </a:ext>
            </a:extLst>
          </p:cNvPr>
          <p:cNvSpPr>
            <a:spLocks noGrp="1"/>
          </p:cNvSpPr>
          <p:nvPr>
            <p:ph type="title"/>
          </p:nvPr>
        </p:nvSpPr>
        <p:spPr>
          <a:xfrm>
            <a:off x="860068" y="213274"/>
            <a:ext cx="4740300" cy="841800"/>
          </a:xfrm>
        </p:spPr>
        <p:txBody>
          <a:bodyPr/>
          <a:lstStyle/>
          <a:p>
            <a:r>
              <a:rPr lang="en-US" sz="2400"/>
              <a:t>EDA using Multiprocessing</a:t>
            </a:r>
          </a:p>
        </p:txBody>
      </p:sp>
      <p:sp>
        <p:nvSpPr>
          <p:cNvPr id="3" name="Subtitle 2">
            <a:extLst>
              <a:ext uri="{FF2B5EF4-FFF2-40B4-BE49-F238E27FC236}">
                <a16:creationId xmlns:a16="http://schemas.microsoft.com/office/drawing/2014/main" id="{E1375642-9BC2-5825-B477-B85620313263}"/>
              </a:ext>
            </a:extLst>
          </p:cNvPr>
          <p:cNvSpPr>
            <a:spLocks noGrp="1"/>
          </p:cNvSpPr>
          <p:nvPr>
            <p:ph type="subTitle" idx="1"/>
          </p:nvPr>
        </p:nvSpPr>
        <p:spPr>
          <a:xfrm>
            <a:off x="860068" y="1273734"/>
            <a:ext cx="7061419" cy="3367839"/>
          </a:xfrm>
        </p:spPr>
        <p:txBody>
          <a:bodyPr/>
          <a:lstStyle/>
          <a:p>
            <a:pPr algn="just">
              <a:buFont typeface="Arial" panose="020B0604020202020204" pitchFamily="34" charset="0"/>
              <a:buChar char="•"/>
            </a:pPr>
            <a:r>
              <a:rPr lang="en-US"/>
              <a:t>EDA is essential for analyzing and cleansing data to guide the transformation choices during model training, ensuring optimal machine learning performance.</a:t>
            </a:r>
          </a:p>
          <a:p>
            <a:pPr marL="152400" indent="0" algn="just"/>
            <a:endParaRPr lang="en-US"/>
          </a:p>
          <a:p>
            <a:pPr algn="just">
              <a:buFont typeface="Arial" panose="020B0604020202020204" pitchFamily="34" charset="0"/>
              <a:buChar char="•"/>
            </a:pPr>
            <a:r>
              <a:rPr lang="en-US"/>
              <a:t>The primary challenge was the time-consuming process of loading approximately 6000 high-quality images for EDA.</a:t>
            </a:r>
          </a:p>
          <a:p>
            <a:pPr marL="152400" indent="0" algn="just"/>
            <a:endParaRPr lang="en-US"/>
          </a:p>
          <a:p>
            <a:pPr algn="just">
              <a:buFont typeface="Arial" panose="020B0604020202020204" pitchFamily="34" charset="0"/>
              <a:buChar char="•"/>
            </a:pPr>
            <a:r>
              <a:rPr lang="en-US"/>
              <a:t>Implemented Python’s multiprocessing library, specifically </a:t>
            </a:r>
            <a:r>
              <a:rPr lang="en-US" err="1"/>
              <a:t>multiprocessing.Pool</a:t>
            </a:r>
            <a:r>
              <a:rPr lang="en-US"/>
              <a:t>, to expedite the dataset loading process.</a:t>
            </a:r>
          </a:p>
          <a:p>
            <a:pPr marL="152400" indent="0" algn="just"/>
            <a:endParaRPr lang="en-US"/>
          </a:p>
          <a:p>
            <a:pPr algn="just">
              <a:buFont typeface="Arial" panose="020B0604020202020204" pitchFamily="34" charset="0"/>
              <a:buChar char="•"/>
            </a:pPr>
            <a:r>
              <a:rPr lang="en-US"/>
              <a:t>allowed distribution of image loading across multiple CPU cores, significantly reducing the time required versus sequential loading.</a:t>
            </a:r>
          </a:p>
        </p:txBody>
      </p:sp>
    </p:spTree>
    <p:extLst>
      <p:ext uri="{BB962C8B-B14F-4D97-AF65-F5344CB8AC3E}">
        <p14:creationId xmlns:p14="http://schemas.microsoft.com/office/powerpoint/2010/main" val="1507019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7CD8-9132-3630-D11A-7DB256030B66}"/>
              </a:ext>
            </a:extLst>
          </p:cNvPr>
          <p:cNvSpPr>
            <a:spLocks noGrp="1"/>
          </p:cNvSpPr>
          <p:nvPr>
            <p:ph type="title"/>
          </p:nvPr>
        </p:nvSpPr>
        <p:spPr>
          <a:xfrm>
            <a:off x="-829585" y="213276"/>
            <a:ext cx="4740300" cy="841800"/>
          </a:xfrm>
        </p:spPr>
        <p:txBody>
          <a:bodyPr/>
          <a:lstStyle/>
          <a:p>
            <a:r>
              <a:rPr lang="en-US" sz="2400"/>
              <a:t>How?</a:t>
            </a:r>
          </a:p>
        </p:txBody>
      </p:sp>
      <p:sp>
        <p:nvSpPr>
          <p:cNvPr id="3" name="Subtitle 2">
            <a:extLst>
              <a:ext uri="{FF2B5EF4-FFF2-40B4-BE49-F238E27FC236}">
                <a16:creationId xmlns:a16="http://schemas.microsoft.com/office/drawing/2014/main" id="{82044147-0AF8-E699-BFE3-DE6FFFDF037B}"/>
              </a:ext>
            </a:extLst>
          </p:cNvPr>
          <p:cNvSpPr>
            <a:spLocks noGrp="1"/>
          </p:cNvSpPr>
          <p:nvPr>
            <p:ph type="subTitle" idx="1"/>
          </p:nvPr>
        </p:nvSpPr>
        <p:spPr>
          <a:xfrm>
            <a:off x="512274" y="1273735"/>
            <a:ext cx="4059726" cy="3377777"/>
          </a:xfrm>
        </p:spPr>
        <p:txBody>
          <a:bodyPr/>
          <a:lstStyle/>
          <a:p>
            <a:pPr algn="just">
              <a:buFont typeface="Arial" panose="020B0604020202020204" pitchFamily="34" charset="0"/>
              <a:buChar char="•"/>
            </a:pPr>
            <a:r>
              <a:rPr lang="en-US" sz="1400">
                <a:solidFill>
                  <a:srgbClr val="0D0D0D"/>
                </a:solidFill>
                <a:latin typeface="Karla" pitchFamily="2" charset="77"/>
              </a:rPr>
              <a:t>T</a:t>
            </a:r>
            <a:r>
              <a:rPr lang="en-US" sz="1400" b="0" i="0">
                <a:solidFill>
                  <a:srgbClr val="0D0D0D"/>
                </a:solidFill>
                <a:effectLst/>
                <a:latin typeface="Karla" pitchFamily="2" charset="77"/>
              </a:rPr>
              <a:t>ested how well </a:t>
            </a:r>
            <a:r>
              <a:rPr lang="en-US" sz="1400" err="1">
                <a:latin typeface="Karla" pitchFamily="2" charset="77"/>
              </a:rPr>
              <a:t>multiprocessing.Pool</a:t>
            </a:r>
            <a:r>
              <a:rPr lang="en-US" sz="1400" b="0" i="0">
                <a:solidFill>
                  <a:srgbClr val="0D0D0D"/>
                </a:solidFill>
                <a:effectLst/>
                <a:latin typeface="Karla" pitchFamily="2" charset="77"/>
              </a:rPr>
              <a:t> worked by running on 1,2,4,8,16 CPU cores, and found that more CPUs made data loading much faster.</a:t>
            </a:r>
          </a:p>
          <a:p>
            <a:pPr marL="152400" indent="0" algn="just"/>
            <a:endParaRPr lang="en-US" sz="1400" b="0" i="0">
              <a:solidFill>
                <a:srgbClr val="0D0D0D"/>
              </a:solidFill>
              <a:effectLst/>
              <a:latin typeface="Karla" pitchFamily="2" charset="77"/>
            </a:endParaRPr>
          </a:p>
          <a:p>
            <a:pPr algn="just">
              <a:buFont typeface="Arial" panose="020B0604020202020204" pitchFamily="34" charset="0"/>
              <a:buChar char="•"/>
            </a:pPr>
            <a:r>
              <a:rPr lang="en-US" sz="1400" b="0" i="0">
                <a:solidFill>
                  <a:srgbClr val="0D0D0D"/>
                </a:solidFill>
                <a:effectLst/>
                <a:latin typeface="Karla" pitchFamily="2" charset="77"/>
              </a:rPr>
              <a:t>tests showed that using more CPUs cut down the time needed to load data.</a:t>
            </a:r>
          </a:p>
          <a:p>
            <a:pPr marL="152400" indent="0" algn="just"/>
            <a:endParaRPr lang="en-US" sz="1400">
              <a:solidFill>
                <a:srgbClr val="0D0D0D"/>
              </a:solidFill>
              <a:latin typeface="Karla" pitchFamily="2" charset="77"/>
            </a:endParaRPr>
          </a:p>
          <a:p>
            <a:pPr algn="just">
              <a:buFont typeface="Arial" panose="020B0604020202020204" pitchFamily="34" charset="0"/>
              <a:buChar char="•"/>
            </a:pPr>
            <a:r>
              <a:rPr lang="en-US" sz="1400">
                <a:effectLst/>
                <a:latin typeface="Karla" pitchFamily="2" charset="77"/>
              </a:rPr>
              <a:t>With more CPU cores, image loading became quicker, which is important for projects where time matters.</a:t>
            </a:r>
          </a:p>
          <a:p>
            <a:pPr marL="152400" indent="0" algn="just"/>
            <a:br>
              <a:rPr lang="en-US" sz="1400" b="0" i="0">
                <a:solidFill>
                  <a:srgbClr val="000000"/>
                </a:solidFill>
                <a:effectLst/>
                <a:latin typeface="Karla" pitchFamily="2" charset="77"/>
              </a:rPr>
            </a:br>
            <a:endParaRPr lang="en-US" sz="1400" b="0" i="0">
              <a:solidFill>
                <a:srgbClr val="000000"/>
              </a:solidFill>
              <a:effectLst/>
              <a:latin typeface="Karla" pitchFamily="2" charset="77"/>
            </a:endParaRPr>
          </a:p>
          <a:p>
            <a:pPr algn="just"/>
            <a:br>
              <a:rPr lang="en-US" b="0" i="0">
                <a:solidFill>
                  <a:srgbClr val="0D0D0D"/>
                </a:solidFill>
                <a:effectLst/>
                <a:latin typeface="Söhne"/>
              </a:rPr>
            </a:br>
            <a:endParaRPr lang="en-US" b="0" i="0">
              <a:solidFill>
                <a:srgbClr val="0D0D0D"/>
              </a:solidFill>
              <a:effectLst/>
              <a:latin typeface="Söhne"/>
            </a:endParaRPr>
          </a:p>
          <a:p>
            <a:pPr algn="just"/>
            <a:endParaRPr lang="en-US" b="0" i="0">
              <a:solidFill>
                <a:srgbClr val="0D0D0D"/>
              </a:solidFill>
              <a:effectLst/>
              <a:latin typeface="Söhne"/>
            </a:endParaRPr>
          </a:p>
          <a:p>
            <a:pPr algn="just"/>
            <a:endParaRPr lang="en-US">
              <a:solidFill>
                <a:srgbClr val="0D0D0D"/>
              </a:solidFill>
              <a:latin typeface="Söhne"/>
            </a:endParaRPr>
          </a:p>
        </p:txBody>
      </p:sp>
      <p:pic>
        <p:nvPicPr>
          <p:cNvPr id="5" name="Picture 4" descr="A computer screen shot of a program code&#10;&#10;Description automatically generated">
            <a:extLst>
              <a:ext uri="{FF2B5EF4-FFF2-40B4-BE49-F238E27FC236}">
                <a16:creationId xmlns:a16="http://schemas.microsoft.com/office/drawing/2014/main" id="{5534492E-207E-8EE0-DF8F-AE119DD1F633}"/>
              </a:ext>
            </a:extLst>
          </p:cNvPr>
          <p:cNvPicPr>
            <a:picLocks noChangeAspect="1"/>
          </p:cNvPicPr>
          <p:nvPr/>
        </p:nvPicPr>
        <p:blipFill rotWithShape="1">
          <a:blip r:embed="rId2"/>
          <a:srcRect l="455" r="3863"/>
          <a:stretch/>
        </p:blipFill>
        <p:spPr>
          <a:xfrm>
            <a:off x="4765679" y="1096086"/>
            <a:ext cx="4378321" cy="2951327"/>
          </a:xfrm>
          <a:prstGeom prst="rect">
            <a:avLst/>
          </a:prstGeom>
        </p:spPr>
      </p:pic>
    </p:spTree>
    <p:extLst>
      <p:ext uri="{BB962C8B-B14F-4D97-AF65-F5344CB8AC3E}">
        <p14:creationId xmlns:p14="http://schemas.microsoft.com/office/powerpoint/2010/main" val="854419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96139-68DB-9E3F-EAAE-E6FB589C101B}"/>
              </a:ext>
            </a:extLst>
          </p:cNvPr>
          <p:cNvSpPr>
            <a:spLocks noGrp="1"/>
          </p:cNvSpPr>
          <p:nvPr>
            <p:ph type="title"/>
          </p:nvPr>
        </p:nvSpPr>
        <p:spPr>
          <a:xfrm>
            <a:off x="790492" y="183457"/>
            <a:ext cx="5292255" cy="841800"/>
          </a:xfrm>
        </p:spPr>
        <p:txBody>
          <a:bodyPr/>
          <a:lstStyle/>
          <a:p>
            <a:r>
              <a:rPr lang="en-US" sz="2400"/>
              <a:t>Model Selection: DenseNet-161</a:t>
            </a:r>
          </a:p>
        </p:txBody>
      </p:sp>
      <p:sp>
        <p:nvSpPr>
          <p:cNvPr id="3" name="Subtitle 2">
            <a:extLst>
              <a:ext uri="{FF2B5EF4-FFF2-40B4-BE49-F238E27FC236}">
                <a16:creationId xmlns:a16="http://schemas.microsoft.com/office/drawing/2014/main" id="{9DEA72E0-C49E-033B-06FA-419C49507091}"/>
              </a:ext>
            </a:extLst>
          </p:cNvPr>
          <p:cNvSpPr>
            <a:spLocks noGrp="1"/>
          </p:cNvSpPr>
          <p:nvPr>
            <p:ph type="subTitle" idx="1"/>
          </p:nvPr>
        </p:nvSpPr>
        <p:spPr>
          <a:xfrm>
            <a:off x="313490" y="1025257"/>
            <a:ext cx="5172910" cy="3515674"/>
          </a:xfrm>
        </p:spPr>
        <p:txBody>
          <a:bodyPr/>
          <a:lstStyle/>
          <a:p>
            <a:pPr algn="just">
              <a:buFont typeface="Arial" panose="020B0604020202020204" pitchFamily="34" charset="0"/>
              <a:buChar char="•"/>
            </a:pPr>
            <a:r>
              <a:rPr lang="en-US"/>
              <a:t>DenseNet-161's depth improves complex image classification.</a:t>
            </a:r>
          </a:p>
          <a:p>
            <a:pPr algn="just">
              <a:buFont typeface="Arial" panose="020B0604020202020204" pitchFamily="34" charset="0"/>
              <a:buChar char="•"/>
            </a:pPr>
            <a:endParaRPr lang="en-US"/>
          </a:p>
          <a:p>
            <a:pPr algn="just">
              <a:buFont typeface="Arial" panose="020B0604020202020204" pitchFamily="34" charset="0"/>
              <a:buChar char="•"/>
            </a:pPr>
            <a:r>
              <a:rPr lang="en-US"/>
              <a:t>Dense connections in DenseNet-161 help prevent gradient issues and strengthen feature learning.</a:t>
            </a:r>
          </a:p>
          <a:p>
            <a:pPr marL="152400" indent="0" algn="just"/>
            <a:endParaRPr lang="en-US"/>
          </a:p>
          <a:p>
            <a:pPr algn="just">
              <a:buFont typeface="Arial" panose="020B0604020202020204" pitchFamily="34" charset="0"/>
              <a:buChar char="•"/>
            </a:pPr>
            <a:r>
              <a:rPr lang="en-US"/>
              <a:t>The network's design reduces parameters, increasing efficiency for medical imaging.</a:t>
            </a:r>
          </a:p>
        </p:txBody>
      </p:sp>
      <p:sp>
        <p:nvSpPr>
          <p:cNvPr id="4" name="Rectangle 2">
            <a:extLst>
              <a:ext uri="{FF2B5EF4-FFF2-40B4-BE49-F238E27FC236}">
                <a16:creationId xmlns:a16="http://schemas.microsoft.com/office/drawing/2014/main" id="{8884EB37-899E-9287-00CF-407D10EC7814}"/>
              </a:ext>
            </a:extLst>
          </p:cNvPr>
          <p:cNvSpPr>
            <a:spLocks noChangeArrowheads="1"/>
          </p:cNvSpPr>
          <p:nvPr/>
        </p:nvSpPr>
        <p:spPr bwMode="auto">
          <a:xfrm>
            <a:off x="5566613" y="531742"/>
            <a:ext cx="486252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5" name="Picture 1" descr="DenseNet-161 architecture used in our study | Download ...">
            <a:extLst>
              <a:ext uri="{FF2B5EF4-FFF2-40B4-BE49-F238E27FC236}">
                <a16:creationId xmlns:a16="http://schemas.microsoft.com/office/drawing/2014/main" id="{4C03B083-03BD-8BCC-4B85-548067DF3B91}"/>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5566613" y="925746"/>
            <a:ext cx="3577387" cy="3906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1627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6FC49-FF52-5523-AA5D-636CBB23C238}"/>
              </a:ext>
            </a:extLst>
          </p:cNvPr>
          <p:cNvSpPr>
            <a:spLocks noGrp="1"/>
          </p:cNvSpPr>
          <p:nvPr>
            <p:ph type="title"/>
          </p:nvPr>
        </p:nvSpPr>
        <p:spPr>
          <a:xfrm>
            <a:off x="327991" y="123822"/>
            <a:ext cx="8975035" cy="841800"/>
          </a:xfrm>
        </p:spPr>
        <p:txBody>
          <a:bodyPr/>
          <a:lstStyle/>
          <a:p>
            <a:r>
              <a:rPr lang="en-US" sz="2400"/>
              <a:t>Model Training using Distributed Data Parallel</a:t>
            </a:r>
          </a:p>
        </p:txBody>
      </p:sp>
      <p:sp>
        <p:nvSpPr>
          <p:cNvPr id="3" name="Subtitle 2">
            <a:extLst>
              <a:ext uri="{FF2B5EF4-FFF2-40B4-BE49-F238E27FC236}">
                <a16:creationId xmlns:a16="http://schemas.microsoft.com/office/drawing/2014/main" id="{56C58B5C-B102-E17E-174E-1783B4D01ED9}"/>
              </a:ext>
            </a:extLst>
          </p:cNvPr>
          <p:cNvSpPr>
            <a:spLocks noGrp="1"/>
          </p:cNvSpPr>
          <p:nvPr>
            <p:ph type="subTitle" idx="1"/>
          </p:nvPr>
        </p:nvSpPr>
        <p:spPr>
          <a:xfrm>
            <a:off x="482455" y="1036448"/>
            <a:ext cx="3950397" cy="3575309"/>
          </a:xfrm>
        </p:spPr>
        <p:txBody>
          <a:bodyPr/>
          <a:lstStyle/>
          <a:p>
            <a:pPr algn="l">
              <a:buFont typeface="Arial" panose="020B0604020202020204" pitchFamily="34" charset="0"/>
              <a:buChar char="•"/>
            </a:pPr>
            <a:r>
              <a:rPr lang="en-US" sz="1400" b="0" i="0">
                <a:solidFill>
                  <a:srgbClr val="0D0D0D"/>
                </a:solidFill>
                <a:effectLst/>
                <a:latin typeface="Karla" pitchFamily="2" charset="77"/>
              </a:rPr>
              <a:t>The method meets real-world needs by efficiently handling extensive datasets necessary for complex tasks like pneumonia detection in chest X-rays.</a:t>
            </a:r>
          </a:p>
          <a:p>
            <a:pPr marL="152400" indent="0" algn="l"/>
            <a:endParaRPr lang="en-US" sz="1400" b="0" i="0">
              <a:solidFill>
                <a:srgbClr val="0D0D0D"/>
              </a:solidFill>
              <a:effectLst/>
              <a:latin typeface="Karla" pitchFamily="2" charset="77"/>
            </a:endParaRPr>
          </a:p>
          <a:p>
            <a:pPr algn="l">
              <a:buFont typeface="Arial" panose="020B0604020202020204" pitchFamily="34" charset="0"/>
              <a:buChar char="•"/>
            </a:pPr>
            <a:r>
              <a:rPr lang="en-US" sz="1400" b="0" i="0">
                <a:solidFill>
                  <a:srgbClr val="0D0D0D"/>
                </a:solidFill>
                <a:effectLst/>
                <a:latin typeface="Karla" pitchFamily="2" charset="77"/>
              </a:rPr>
              <a:t>DDP accelerates training by dividing data and independently processing it on each GPU, with synchronized updates for </a:t>
            </a:r>
            <a:r>
              <a:rPr lang="en-US" sz="1400" b="0" i="0" err="1">
                <a:solidFill>
                  <a:srgbClr val="0D0D0D"/>
                </a:solidFill>
                <a:effectLst/>
                <a:latin typeface="Karla" pitchFamily="2" charset="77"/>
              </a:rPr>
              <a:t>consitency</a:t>
            </a:r>
            <a:r>
              <a:rPr lang="en-US" sz="1400" b="0" i="0">
                <a:solidFill>
                  <a:srgbClr val="0D0D0D"/>
                </a:solidFill>
                <a:effectLst/>
                <a:latin typeface="Karla" pitchFamily="2" charset="77"/>
              </a:rPr>
              <a:t> .</a:t>
            </a:r>
          </a:p>
          <a:p>
            <a:pPr marL="152400" indent="0" algn="l"/>
            <a:endParaRPr lang="en-US" sz="1400" b="0" i="0">
              <a:solidFill>
                <a:srgbClr val="0D0D0D"/>
              </a:solidFill>
              <a:effectLst/>
              <a:latin typeface="Karla" pitchFamily="2" charset="77"/>
            </a:endParaRPr>
          </a:p>
          <a:p>
            <a:pPr algn="l">
              <a:buFont typeface="Arial" panose="020B0604020202020204" pitchFamily="34" charset="0"/>
              <a:buChar char="•"/>
            </a:pPr>
            <a:r>
              <a:rPr lang="en-US" sz="1400" b="0" i="0">
                <a:solidFill>
                  <a:srgbClr val="0D0D0D"/>
                </a:solidFill>
                <a:effectLst/>
                <a:latin typeface="Karla" pitchFamily="2" charset="77"/>
              </a:rPr>
              <a:t>To use </a:t>
            </a:r>
            <a:r>
              <a:rPr lang="en-US" sz="1400" b="0" i="0" err="1">
                <a:solidFill>
                  <a:srgbClr val="0D0D0D"/>
                </a:solidFill>
                <a:effectLst/>
                <a:latin typeface="Karla" pitchFamily="2" charset="77"/>
              </a:rPr>
              <a:t>DistributedDataParallel</a:t>
            </a:r>
            <a:r>
              <a:rPr lang="en-US" sz="1400" b="0" i="0">
                <a:solidFill>
                  <a:srgbClr val="0D0D0D"/>
                </a:solidFill>
                <a:effectLst/>
                <a:latin typeface="Karla" pitchFamily="2" charset="77"/>
              </a:rPr>
              <a:t> on a host with N GPUs, you should spawn up N processes, ensuring that each process exclusively works on a single GPU from 0 to N-1.</a:t>
            </a:r>
          </a:p>
          <a:p>
            <a:pPr algn="l">
              <a:buFont typeface="Arial" panose="020B0604020202020204" pitchFamily="34" charset="0"/>
              <a:buChar char="•"/>
            </a:pPr>
            <a:endParaRPr lang="en-US" sz="1400" b="0" i="0">
              <a:solidFill>
                <a:srgbClr val="0D0D0D"/>
              </a:solidFill>
              <a:effectLst/>
              <a:latin typeface="Karla" pitchFamily="2" charset="77"/>
            </a:endParaRPr>
          </a:p>
          <a:p>
            <a:endParaRPr lang="en-US" sz="1400">
              <a:latin typeface="Karla" pitchFamily="2" charset="77"/>
            </a:endParaRPr>
          </a:p>
        </p:txBody>
      </p:sp>
      <p:pic>
        <p:nvPicPr>
          <p:cNvPr id="5" name="Picture 4">
            <a:extLst>
              <a:ext uri="{FF2B5EF4-FFF2-40B4-BE49-F238E27FC236}">
                <a16:creationId xmlns:a16="http://schemas.microsoft.com/office/drawing/2014/main" id="{69791A08-6B10-B149-CD71-9DD47226D103}"/>
              </a:ext>
            </a:extLst>
          </p:cNvPr>
          <p:cNvPicPr>
            <a:picLocks noChangeAspect="1"/>
          </p:cNvPicPr>
          <p:nvPr/>
        </p:nvPicPr>
        <p:blipFill>
          <a:blip r:embed="rId3"/>
          <a:stretch>
            <a:fillRect/>
          </a:stretch>
        </p:blipFill>
        <p:spPr>
          <a:xfrm>
            <a:off x="4355130" y="1036448"/>
            <a:ext cx="4788870" cy="3220001"/>
          </a:xfrm>
          <a:prstGeom prst="rect">
            <a:avLst/>
          </a:prstGeom>
        </p:spPr>
      </p:pic>
    </p:spTree>
    <p:extLst>
      <p:ext uri="{BB962C8B-B14F-4D97-AF65-F5344CB8AC3E}">
        <p14:creationId xmlns:p14="http://schemas.microsoft.com/office/powerpoint/2010/main" val="2280053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60208-B9D5-0188-3618-E0B2669B5B60}"/>
              </a:ext>
            </a:extLst>
          </p:cNvPr>
          <p:cNvSpPr>
            <a:spLocks noGrp="1"/>
          </p:cNvSpPr>
          <p:nvPr>
            <p:ph type="title"/>
          </p:nvPr>
        </p:nvSpPr>
        <p:spPr>
          <a:xfrm>
            <a:off x="-940360" y="226461"/>
            <a:ext cx="4740300" cy="841800"/>
          </a:xfrm>
        </p:spPr>
        <p:txBody>
          <a:bodyPr/>
          <a:lstStyle/>
          <a:p>
            <a:r>
              <a:rPr lang="en-US" sz="2400"/>
              <a:t>How?</a:t>
            </a:r>
          </a:p>
        </p:txBody>
      </p:sp>
      <p:pic>
        <p:nvPicPr>
          <p:cNvPr id="4" name="Picture 3" descr="A screen shot of a computer code&#10;&#10;Description automatically generated">
            <a:extLst>
              <a:ext uri="{FF2B5EF4-FFF2-40B4-BE49-F238E27FC236}">
                <a16:creationId xmlns:a16="http://schemas.microsoft.com/office/drawing/2014/main" id="{EE624A82-0722-8C71-6571-DFDD239424FB}"/>
              </a:ext>
            </a:extLst>
          </p:cNvPr>
          <p:cNvPicPr>
            <a:picLocks noChangeAspect="1"/>
          </p:cNvPicPr>
          <p:nvPr/>
        </p:nvPicPr>
        <p:blipFill>
          <a:blip r:embed="rId3"/>
          <a:stretch>
            <a:fillRect/>
          </a:stretch>
        </p:blipFill>
        <p:spPr>
          <a:xfrm>
            <a:off x="3822690" y="1271847"/>
            <a:ext cx="5321310" cy="3558626"/>
          </a:xfrm>
          <a:prstGeom prst="rect">
            <a:avLst/>
          </a:prstGeom>
        </p:spPr>
      </p:pic>
      <p:sp>
        <p:nvSpPr>
          <p:cNvPr id="5" name="TextBox 4">
            <a:extLst>
              <a:ext uri="{FF2B5EF4-FFF2-40B4-BE49-F238E27FC236}">
                <a16:creationId xmlns:a16="http://schemas.microsoft.com/office/drawing/2014/main" id="{E3652BA0-C6FE-39C8-7AB1-1C9732346FF3}"/>
              </a:ext>
            </a:extLst>
          </p:cNvPr>
          <p:cNvSpPr txBox="1"/>
          <p:nvPr/>
        </p:nvSpPr>
        <p:spPr>
          <a:xfrm>
            <a:off x="498764" y="1271847"/>
            <a:ext cx="3183774" cy="4185761"/>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US">
                <a:latin typeface="Karla"/>
              </a:rPr>
              <a:t>Fitted the model for training across 4 GPUs for batch sizes of 32, 64, 128, 256 respectively.</a:t>
            </a:r>
          </a:p>
          <a:p>
            <a:pPr marL="285750" indent="-285750" algn="just">
              <a:buFont typeface="Arial" panose="020B0604020202020204" pitchFamily="34" charset="0"/>
              <a:buChar char="•"/>
            </a:pPr>
            <a:r>
              <a:rPr lang="en-US">
                <a:latin typeface="Karla"/>
              </a:rPr>
              <a:t>Recorded the training times for model execution  on 1, 2, 4 GPUs respectively.</a:t>
            </a:r>
          </a:p>
          <a:p>
            <a:pPr marL="285750" indent="-285750" algn="just">
              <a:buFont typeface="Arial" panose="020B0604020202020204" pitchFamily="34" charset="0"/>
              <a:buChar char="•"/>
            </a:pPr>
            <a:r>
              <a:rPr lang="en-US">
                <a:solidFill>
                  <a:srgbClr val="0D0D0D"/>
                </a:solidFill>
                <a:latin typeface="Karla"/>
              </a:rPr>
              <a:t>Single-GPU setups showed increased training times with larger batch sizes, suggesting </a:t>
            </a:r>
            <a:r>
              <a:rPr lang="en-US" b="0" i="0">
                <a:solidFill>
                  <a:srgbClr val="0D0D0D"/>
                </a:solidFill>
                <a:effectLst/>
                <a:latin typeface="Karla"/>
              </a:rPr>
              <a:t>a </a:t>
            </a:r>
            <a:r>
              <a:rPr lang="en-US">
                <a:solidFill>
                  <a:srgbClr val="0D0D0D"/>
                </a:solidFill>
                <a:latin typeface="Karla"/>
              </a:rPr>
              <a:t>cap due to limited computational power</a:t>
            </a:r>
            <a:r>
              <a:rPr lang="en-US" b="0" i="0">
                <a:solidFill>
                  <a:srgbClr val="0D0D0D"/>
                </a:solidFill>
                <a:effectLst/>
                <a:latin typeface="Karla"/>
              </a:rPr>
              <a:t>.</a:t>
            </a:r>
            <a:endParaRPr lang="en-US">
              <a:latin typeface="Karla"/>
            </a:endParaRPr>
          </a:p>
          <a:p>
            <a:pPr marL="285750" indent="-285750" algn="just">
              <a:buFont typeface="Arial" panose="020B0604020202020204" pitchFamily="34" charset="0"/>
              <a:buChar char="•"/>
            </a:pPr>
            <a:r>
              <a:rPr lang="en-US">
                <a:latin typeface="Karla"/>
              </a:rPr>
              <a:t>Four-GPU arrangements revealed the best use of DDP, with training times dropping as batch sizes increased, showcasing efficient distribution and scalability.</a:t>
            </a:r>
          </a:p>
          <a:p>
            <a:br>
              <a:rPr lang="en-US"/>
            </a:br>
            <a:endParaRPr lang="en-US">
              <a:latin typeface="Karla"/>
            </a:endParaRPr>
          </a:p>
          <a:p>
            <a:pPr marL="285750" indent="-285750">
              <a:buFont typeface="Arial" panose="020B0604020202020204" pitchFamily="34" charset="0"/>
              <a:buChar char="•"/>
            </a:pPr>
            <a:endParaRPr lang="en-US">
              <a:latin typeface="Karla"/>
            </a:endParaRPr>
          </a:p>
        </p:txBody>
      </p:sp>
    </p:spTree>
    <p:extLst>
      <p:ext uri="{BB962C8B-B14F-4D97-AF65-F5344CB8AC3E}">
        <p14:creationId xmlns:p14="http://schemas.microsoft.com/office/powerpoint/2010/main" val="1872424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F89F8-684F-2D87-0E9E-52E925BA8FC9}"/>
              </a:ext>
            </a:extLst>
          </p:cNvPr>
          <p:cNvSpPr>
            <a:spLocks noGrp="1"/>
          </p:cNvSpPr>
          <p:nvPr>
            <p:ph type="title"/>
          </p:nvPr>
        </p:nvSpPr>
        <p:spPr>
          <a:xfrm>
            <a:off x="2127" y="503716"/>
            <a:ext cx="6239216" cy="629433"/>
          </a:xfrm>
        </p:spPr>
        <p:txBody>
          <a:bodyPr/>
          <a:lstStyle/>
          <a:p>
            <a:r>
              <a:rPr lang="en-US" sz="2400"/>
              <a:t>Model Evaluation using </a:t>
            </a:r>
            <a:r>
              <a:rPr lang="en-US" sz="2400" err="1"/>
              <a:t>Dask</a:t>
            </a:r>
          </a:p>
        </p:txBody>
      </p:sp>
      <p:sp>
        <p:nvSpPr>
          <p:cNvPr id="3" name="Subtitle 2">
            <a:extLst>
              <a:ext uri="{FF2B5EF4-FFF2-40B4-BE49-F238E27FC236}">
                <a16:creationId xmlns:a16="http://schemas.microsoft.com/office/drawing/2014/main" id="{54E9022A-037F-9D47-0DF7-576F7796CE5A}"/>
              </a:ext>
            </a:extLst>
          </p:cNvPr>
          <p:cNvSpPr>
            <a:spLocks noGrp="1"/>
          </p:cNvSpPr>
          <p:nvPr>
            <p:ph type="subTitle" idx="1"/>
          </p:nvPr>
        </p:nvSpPr>
        <p:spPr>
          <a:xfrm>
            <a:off x="228068" y="1140124"/>
            <a:ext cx="3931920" cy="3139264"/>
          </a:xfrm>
        </p:spPr>
        <p:txBody>
          <a:bodyPr/>
          <a:lstStyle/>
          <a:p>
            <a:pPr algn="just">
              <a:buFont typeface="Arial" panose="020B0604020202020204" pitchFamily="34" charset="0"/>
              <a:buChar char="•"/>
            </a:pPr>
            <a:r>
              <a:rPr lang="en-US" sz="1400">
                <a:solidFill>
                  <a:srgbClr val="0D0D0D"/>
                </a:solidFill>
                <a:cs typeface="Arial"/>
              </a:rPr>
              <a:t>Implemented</a:t>
            </a:r>
            <a:r>
              <a:rPr lang="en-US" sz="1400" b="0" i="0">
                <a:solidFill>
                  <a:srgbClr val="0D0D0D"/>
                </a:solidFill>
                <a:effectLst/>
              </a:rPr>
              <a:t> parallel evaluation of the deep learning model on test data utilizing </a:t>
            </a:r>
            <a:r>
              <a:rPr lang="en-US" sz="1400" b="0" i="0" err="1">
                <a:solidFill>
                  <a:srgbClr val="0D0D0D"/>
                </a:solidFill>
                <a:effectLst/>
              </a:rPr>
              <a:t>Dask's</a:t>
            </a:r>
            <a:r>
              <a:rPr lang="en-US" sz="1400" b="0" i="0">
                <a:solidFill>
                  <a:srgbClr val="0D0D0D"/>
                </a:solidFill>
                <a:effectLst/>
              </a:rPr>
              <a:t> delayed function across several workers for enhanced efficiency.</a:t>
            </a:r>
            <a:br>
              <a:rPr lang="en-US" sz="1400">
                <a:solidFill>
                  <a:srgbClr val="0D0D0D"/>
                </a:solidFill>
              </a:rPr>
            </a:br>
            <a:endParaRPr lang="en-US" sz="1400"/>
          </a:p>
          <a:p>
            <a:pPr algn="just">
              <a:buFont typeface="Arial" panose="020B0604020202020204" pitchFamily="34" charset="0"/>
              <a:buChar char="•"/>
            </a:pPr>
            <a:r>
              <a:rPr lang="en-US" sz="1400">
                <a:solidFill>
                  <a:srgbClr val="0D0D0D"/>
                </a:solidFill>
              </a:rPr>
              <a:t>R</a:t>
            </a:r>
            <a:r>
              <a:rPr lang="en-US" sz="1400" b="0" i="0">
                <a:solidFill>
                  <a:srgbClr val="0D0D0D"/>
                </a:solidFill>
                <a:effectLst/>
              </a:rPr>
              <a:t>educed total computation time by distributing workload across multiple workers.</a:t>
            </a:r>
            <a:br>
              <a:rPr lang="en-US" sz="1400">
                <a:solidFill>
                  <a:srgbClr val="0D0D0D"/>
                </a:solidFill>
              </a:rPr>
            </a:br>
            <a:endParaRPr lang="en-US" sz="1400"/>
          </a:p>
          <a:p>
            <a:pPr algn="l">
              <a:buFont typeface="Arial" panose="020B0604020202020204" pitchFamily="34" charset="0"/>
              <a:buChar char="•"/>
            </a:pPr>
            <a:r>
              <a:rPr lang="en-US" sz="1400" b="0" i="0">
                <a:solidFill>
                  <a:srgbClr val="0D0D0D"/>
                </a:solidFill>
                <a:effectLst/>
              </a:rPr>
              <a:t>Created a </a:t>
            </a:r>
            <a:r>
              <a:rPr lang="en-US" sz="1400" b="0" i="0" err="1">
                <a:solidFill>
                  <a:srgbClr val="0D0D0D"/>
                </a:solidFill>
                <a:effectLst/>
              </a:rPr>
              <a:t>Dask</a:t>
            </a:r>
            <a:r>
              <a:rPr lang="en-US" sz="1400" b="0" i="0">
                <a:solidFill>
                  <a:srgbClr val="0D0D0D"/>
                </a:solidFill>
                <a:effectLst/>
              </a:rPr>
              <a:t> client and cluster for managing parallel computations.</a:t>
            </a:r>
            <a:endParaRPr lang="en-US" sz="1400"/>
          </a:p>
          <a:p>
            <a:pPr marL="152400" indent="0" algn="l"/>
            <a:endParaRPr lang="en-US" sz="1400">
              <a:solidFill>
                <a:srgbClr val="0D0D0D"/>
              </a:solidFill>
            </a:endParaRPr>
          </a:p>
          <a:p>
            <a:pPr algn="l">
              <a:buFont typeface="Arial" panose="020B0604020202020204" pitchFamily="34" charset="0"/>
              <a:buChar char="•"/>
            </a:pPr>
            <a:r>
              <a:rPr lang="en-US" sz="1400" b="0" i="0">
                <a:solidFill>
                  <a:srgbClr val="0D0D0D"/>
                </a:solidFill>
                <a:effectLst/>
              </a:rPr>
              <a:t>Varied the number of workers to assess model performance under different computational loads.</a:t>
            </a:r>
            <a:endParaRPr lang="en-US" sz="1400"/>
          </a:p>
        </p:txBody>
      </p:sp>
      <p:pic>
        <p:nvPicPr>
          <p:cNvPr id="5" name="Picture 4" descr="A computer screen shot of a program code&#10;&#10;Description automatically generated">
            <a:extLst>
              <a:ext uri="{FF2B5EF4-FFF2-40B4-BE49-F238E27FC236}">
                <a16:creationId xmlns:a16="http://schemas.microsoft.com/office/drawing/2014/main" id="{0441D256-18B5-6AF9-4F67-273FD49B2D89}"/>
              </a:ext>
            </a:extLst>
          </p:cNvPr>
          <p:cNvPicPr>
            <a:picLocks noChangeAspect="1"/>
          </p:cNvPicPr>
          <p:nvPr/>
        </p:nvPicPr>
        <p:blipFill>
          <a:blip r:embed="rId2"/>
          <a:stretch>
            <a:fillRect/>
          </a:stretch>
        </p:blipFill>
        <p:spPr>
          <a:xfrm>
            <a:off x="4572000" y="1257887"/>
            <a:ext cx="4572000" cy="3014856"/>
          </a:xfrm>
          <a:prstGeom prst="rect">
            <a:avLst/>
          </a:prstGeom>
        </p:spPr>
      </p:pic>
    </p:spTree>
    <p:extLst>
      <p:ext uri="{BB962C8B-B14F-4D97-AF65-F5344CB8AC3E}">
        <p14:creationId xmlns:p14="http://schemas.microsoft.com/office/powerpoint/2010/main" val="1572369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E2CB6-C6E2-6806-42AB-32D93E71EAB6}"/>
              </a:ext>
            </a:extLst>
          </p:cNvPr>
          <p:cNvSpPr>
            <a:spLocks noGrp="1"/>
          </p:cNvSpPr>
          <p:nvPr>
            <p:ph type="title"/>
          </p:nvPr>
        </p:nvSpPr>
        <p:spPr>
          <a:xfrm>
            <a:off x="-731520" y="133935"/>
            <a:ext cx="6842397" cy="841800"/>
          </a:xfrm>
        </p:spPr>
        <p:txBody>
          <a:bodyPr/>
          <a:lstStyle/>
          <a:p>
            <a:r>
              <a:rPr lang="en-US" sz="2400"/>
              <a:t>Results: EDA parallel </a:t>
            </a:r>
          </a:p>
        </p:txBody>
      </p:sp>
      <p:pic>
        <p:nvPicPr>
          <p:cNvPr id="4" name="Picture 3" descr="A graph with a line&#10;&#10;Description automatically generated">
            <a:extLst>
              <a:ext uri="{FF2B5EF4-FFF2-40B4-BE49-F238E27FC236}">
                <a16:creationId xmlns:a16="http://schemas.microsoft.com/office/drawing/2014/main" id="{1C44B51B-5D85-18E5-2FC2-6D56CF14278B}"/>
              </a:ext>
            </a:extLst>
          </p:cNvPr>
          <p:cNvPicPr>
            <a:picLocks noChangeAspect="1"/>
          </p:cNvPicPr>
          <p:nvPr/>
        </p:nvPicPr>
        <p:blipFill>
          <a:blip r:embed="rId2"/>
          <a:stretch>
            <a:fillRect/>
          </a:stretch>
        </p:blipFill>
        <p:spPr>
          <a:xfrm>
            <a:off x="432255" y="910396"/>
            <a:ext cx="3832176" cy="2473249"/>
          </a:xfrm>
          <a:prstGeom prst="rect">
            <a:avLst/>
          </a:prstGeom>
        </p:spPr>
      </p:pic>
      <p:pic>
        <p:nvPicPr>
          <p:cNvPr id="5" name="Picture 4" descr="A graph with a line&#10;&#10;Description automatically generated">
            <a:extLst>
              <a:ext uri="{FF2B5EF4-FFF2-40B4-BE49-F238E27FC236}">
                <a16:creationId xmlns:a16="http://schemas.microsoft.com/office/drawing/2014/main" id="{AA31AA9B-61A6-8616-296B-27509EED34A4}"/>
              </a:ext>
            </a:extLst>
          </p:cNvPr>
          <p:cNvPicPr>
            <a:picLocks noChangeAspect="1"/>
          </p:cNvPicPr>
          <p:nvPr/>
        </p:nvPicPr>
        <p:blipFill>
          <a:blip r:embed="rId3"/>
          <a:stretch>
            <a:fillRect/>
          </a:stretch>
        </p:blipFill>
        <p:spPr>
          <a:xfrm>
            <a:off x="4531459" y="877135"/>
            <a:ext cx="3927997" cy="2539769"/>
          </a:xfrm>
          <a:prstGeom prst="rect">
            <a:avLst/>
          </a:prstGeom>
        </p:spPr>
      </p:pic>
      <p:pic>
        <p:nvPicPr>
          <p:cNvPr id="3" name="Picture 2" descr="A table with numbers and text&#10;&#10;Description automatically generated">
            <a:extLst>
              <a:ext uri="{FF2B5EF4-FFF2-40B4-BE49-F238E27FC236}">
                <a16:creationId xmlns:a16="http://schemas.microsoft.com/office/drawing/2014/main" id="{4420BF74-3CB3-4914-501E-040953218771}"/>
              </a:ext>
            </a:extLst>
          </p:cNvPr>
          <p:cNvPicPr>
            <a:picLocks noChangeAspect="1"/>
          </p:cNvPicPr>
          <p:nvPr/>
        </p:nvPicPr>
        <p:blipFill>
          <a:blip r:embed="rId4"/>
          <a:stretch>
            <a:fillRect/>
          </a:stretch>
        </p:blipFill>
        <p:spPr>
          <a:xfrm>
            <a:off x="837314" y="3542236"/>
            <a:ext cx="6864646" cy="1600998"/>
          </a:xfrm>
          <a:prstGeom prst="rect">
            <a:avLst/>
          </a:prstGeom>
        </p:spPr>
      </p:pic>
    </p:spTree>
    <p:extLst>
      <p:ext uri="{BB962C8B-B14F-4D97-AF65-F5344CB8AC3E}">
        <p14:creationId xmlns:p14="http://schemas.microsoft.com/office/powerpoint/2010/main" val="3942006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662D4-BAF3-9EFE-63E9-D92671D033F2}"/>
              </a:ext>
            </a:extLst>
          </p:cNvPr>
          <p:cNvSpPr>
            <a:spLocks noGrp="1"/>
          </p:cNvSpPr>
          <p:nvPr>
            <p:ph type="title"/>
          </p:nvPr>
        </p:nvSpPr>
        <p:spPr>
          <a:xfrm>
            <a:off x="-1105594" y="208032"/>
            <a:ext cx="6551452" cy="1071699"/>
          </a:xfrm>
        </p:spPr>
        <p:txBody>
          <a:bodyPr/>
          <a:lstStyle/>
          <a:p>
            <a:r>
              <a:rPr lang="en-US" sz="2400"/>
              <a:t>Results: DDP Training</a:t>
            </a:r>
            <a:endParaRPr lang="en-US" sz="2400">
              <a:latin typeface="Karla" pitchFamily="2" charset="77"/>
            </a:endParaRPr>
          </a:p>
        </p:txBody>
      </p:sp>
      <p:pic>
        <p:nvPicPr>
          <p:cNvPr id="4" name="Picture 3" descr="A graph showing the difference between gpu and gpu&#10;&#10;Description automatically generated">
            <a:extLst>
              <a:ext uri="{FF2B5EF4-FFF2-40B4-BE49-F238E27FC236}">
                <a16:creationId xmlns:a16="http://schemas.microsoft.com/office/drawing/2014/main" id="{88523731-7526-84A3-88FC-DE31B73BC731}"/>
              </a:ext>
            </a:extLst>
          </p:cNvPr>
          <p:cNvPicPr>
            <a:picLocks noChangeAspect="1"/>
          </p:cNvPicPr>
          <p:nvPr/>
        </p:nvPicPr>
        <p:blipFill>
          <a:blip r:embed="rId3"/>
          <a:stretch>
            <a:fillRect/>
          </a:stretch>
        </p:blipFill>
        <p:spPr>
          <a:xfrm>
            <a:off x="4638501" y="55260"/>
            <a:ext cx="4197928" cy="3345067"/>
          </a:xfrm>
          <a:prstGeom prst="rect">
            <a:avLst/>
          </a:prstGeom>
        </p:spPr>
      </p:pic>
      <p:pic>
        <p:nvPicPr>
          <p:cNvPr id="9" name="Picture 8" descr="A table with numbers and a few black text&#10;&#10;Description automatically generated with medium confidence">
            <a:extLst>
              <a:ext uri="{FF2B5EF4-FFF2-40B4-BE49-F238E27FC236}">
                <a16:creationId xmlns:a16="http://schemas.microsoft.com/office/drawing/2014/main" id="{36B093F9-C5B5-7F7B-9B22-567BB7656367}"/>
              </a:ext>
            </a:extLst>
          </p:cNvPr>
          <p:cNvPicPr>
            <a:picLocks noChangeAspect="1"/>
          </p:cNvPicPr>
          <p:nvPr/>
        </p:nvPicPr>
        <p:blipFill>
          <a:blip r:embed="rId4"/>
          <a:stretch>
            <a:fillRect/>
          </a:stretch>
        </p:blipFill>
        <p:spPr>
          <a:xfrm>
            <a:off x="0" y="2967644"/>
            <a:ext cx="4920201" cy="2120596"/>
          </a:xfrm>
          <a:prstGeom prst="rect">
            <a:avLst/>
          </a:prstGeom>
        </p:spPr>
      </p:pic>
      <p:sp>
        <p:nvSpPr>
          <p:cNvPr id="10" name="TextBox 9">
            <a:extLst>
              <a:ext uri="{FF2B5EF4-FFF2-40B4-BE49-F238E27FC236}">
                <a16:creationId xmlns:a16="http://schemas.microsoft.com/office/drawing/2014/main" id="{55EBDF0C-D1D1-B186-73DC-DB0BA638B931}"/>
              </a:ext>
            </a:extLst>
          </p:cNvPr>
          <p:cNvSpPr txBox="1"/>
          <p:nvPr/>
        </p:nvSpPr>
        <p:spPr>
          <a:xfrm>
            <a:off x="68649" y="1385921"/>
            <a:ext cx="4501203" cy="1169551"/>
          </a:xfrm>
          <a:prstGeom prst="rect">
            <a:avLst/>
          </a:prstGeom>
          <a:noFill/>
        </p:spPr>
        <p:txBody>
          <a:bodyPr wrap="square" rtlCol="0">
            <a:spAutoFit/>
          </a:bodyPr>
          <a:lstStyle/>
          <a:p>
            <a:pPr marL="285750" indent="-285750">
              <a:buFont typeface="Arial" panose="020B0604020202020204" pitchFamily="34" charset="0"/>
              <a:buChar char="•"/>
            </a:pPr>
            <a:r>
              <a:rPr lang="en-US">
                <a:latin typeface="Karla" pitchFamily="2" charset="77"/>
              </a:rPr>
              <a:t>Trained on NVIDIA Tesla V-100-SXM2 GPUs</a:t>
            </a:r>
          </a:p>
          <a:p>
            <a:endParaRPr lang="en-US">
              <a:latin typeface="Karla" pitchFamily="2" charset="77"/>
            </a:endParaRPr>
          </a:p>
          <a:p>
            <a:pPr marL="285750" indent="-285750">
              <a:buFont typeface="Arial" panose="020B0604020202020204" pitchFamily="34" charset="0"/>
              <a:buChar char="•"/>
            </a:pPr>
            <a:r>
              <a:rPr lang="en-US">
                <a:latin typeface="Karla" pitchFamily="2" charset="77"/>
              </a:rPr>
              <a:t>Model trained on 1, 2, 4 GPUs for batch size 32, 64, 128,256 </a:t>
            </a:r>
          </a:p>
          <a:p>
            <a:endParaRPr lang="en-US">
              <a:latin typeface="Karla" pitchFamily="2" charset="77"/>
            </a:endParaRPr>
          </a:p>
        </p:txBody>
      </p:sp>
    </p:spTree>
    <p:extLst>
      <p:ext uri="{BB962C8B-B14F-4D97-AF65-F5344CB8AC3E}">
        <p14:creationId xmlns:p14="http://schemas.microsoft.com/office/powerpoint/2010/main" val="3814211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40248B-5D6F-91F7-933F-7F7B1DD0FBF3}"/>
              </a:ext>
            </a:extLst>
          </p:cNvPr>
          <p:cNvSpPr txBox="1"/>
          <p:nvPr/>
        </p:nvSpPr>
        <p:spPr>
          <a:xfrm>
            <a:off x="1280160" y="507076"/>
            <a:ext cx="5793574" cy="461665"/>
          </a:xfrm>
          <a:prstGeom prst="rect">
            <a:avLst/>
          </a:prstGeom>
          <a:noFill/>
        </p:spPr>
        <p:txBody>
          <a:bodyPr wrap="none" rtlCol="0">
            <a:spAutoFit/>
          </a:bodyPr>
          <a:lstStyle/>
          <a:p>
            <a:r>
              <a:rPr lang="en-US" sz="2400" b="1">
                <a:latin typeface="Montserrat" pitchFamily="2" charset="77"/>
              </a:rPr>
              <a:t>Speedup and Efficiency using DDP</a:t>
            </a:r>
          </a:p>
        </p:txBody>
      </p:sp>
      <p:pic>
        <p:nvPicPr>
          <p:cNvPr id="5" name="Picture 4" descr="A blue and white rectangular box with numbers&#10;&#10;Description automatically generated with medium confidence">
            <a:extLst>
              <a:ext uri="{FF2B5EF4-FFF2-40B4-BE49-F238E27FC236}">
                <a16:creationId xmlns:a16="http://schemas.microsoft.com/office/drawing/2014/main" id="{57C36F80-6EC5-FBB1-1327-E1FD7BE5948C}"/>
              </a:ext>
            </a:extLst>
          </p:cNvPr>
          <p:cNvPicPr>
            <a:picLocks noChangeAspect="1"/>
          </p:cNvPicPr>
          <p:nvPr/>
        </p:nvPicPr>
        <p:blipFill>
          <a:blip r:embed="rId3"/>
          <a:stretch>
            <a:fillRect/>
          </a:stretch>
        </p:blipFill>
        <p:spPr>
          <a:xfrm>
            <a:off x="685800" y="1231438"/>
            <a:ext cx="7772400" cy="1707301"/>
          </a:xfrm>
          <a:prstGeom prst="rect">
            <a:avLst/>
          </a:prstGeom>
        </p:spPr>
      </p:pic>
      <p:pic>
        <p:nvPicPr>
          <p:cNvPr id="7" name="Picture 6" descr="A blue and black rectangular numbers&#10;&#10;Description automatically generated with medium confidence">
            <a:extLst>
              <a:ext uri="{FF2B5EF4-FFF2-40B4-BE49-F238E27FC236}">
                <a16:creationId xmlns:a16="http://schemas.microsoft.com/office/drawing/2014/main" id="{A9D3A463-67D8-255C-B0CE-49AD500A9BEA}"/>
              </a:ext>
            </a:extLst>
          </p:cNvPr>
          <p:cNvPicPr>
            <a:picLocks noChangeAspect="1"/>
          </p:cNvPicPr>
          <p:nvPr/>
        </p:nvPicPr>
        <p:blipFill>
          <a:blip r:embed="rId4"/>
          <a:stretch>
            <a:fillRect/>
          </a:stretch>
        </p:blipFill>
        <p:spPr>
          <a:xfrm>
            <a:off x="582929" y="3000896"/>
            <a:ext cx="7787925" cy="1505428"/>
          </a:xfrm>
          <a:prstGeom prst="rect">
            <a:avLst/>
          </a:prstGeom>
        </p:spPr>
      </p:pic>
    </p:spTree>
    <p:extLst>
      <p:ext uri="{BB962C8B-B14F-4D97-AF65-F5344CB8AC3E}">
        <p14:creationId xmlns:p14="http://schemas.microsoft.com/office/powerpoint/2010/main" val="1619688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AAEFE0-4BEE-CA98-F379-1847C022747B}"/>
              </a:ext>
            </a:extLst>
          </p:cNvPr>
          <p:cNvSpPr txBox="1"/>
          <p:nvPr/>
        </p:nvSpPr>
        <p:spPr>
          <a:xfrm>
            <a:off x="1088967" y="116378"/>
            <a:ext cx="3175461" cy="461665"/>
          </a:xfrm>
          <a:prstGeom prst="rect">
            <a:avLst/>
          </a:prstGeom>
          <a:noFill/>
        </p:spPr>
        <p:txBody>
          <a:bodyPr wrap="square" rtlCol="0">
            <a:spAutoFit/>
          </a:bodyPr>
          <a:lstStyle/>
          <a:p>
            <a:r>
              <a:rPr lang="en-US" sz="2400" b="1">
                <a:latin typeface="Montserrat" pitchFamily="2" charset="77"/>
              </a:rPr>
              <a:t>1 GPU</a:t>
            </a:r>
          </a:p>
        </p:txBody>
      </p:sp>
      <p:pic>
        <p:nvPicPr>
          <p:cNvPr id="4" name="Picture 3" descr="A black rectangular with white text&#10;&#10;Description automatically generated">
            <a:extLst>
              <a:ext uri="{FF2B5EF4-FFF2-40B4-BE49-F238E27FC236}">
                <a16:creationId xmlns:a16="http://schemas.microsoft.com/office/drawing/2014/main" id="{456F295C-2F1C-62F3-4C23-B884FFFF12F4}"/>
              </a:ext>
            </a:extLst>
          </p:cNvPr>
          <p:cNvPicPr>
            <a:picLocks noChangeAspect="1"/>
          </p:cNvPicPr>
          <p:nvPr/>
        </p:nvPicPr>
        <p:blipFill>
          <a:blip r:embed="rId2"/>
          <a:stretch>
            <a:fillRect/>
          </a:stretch>
        </p:blipFill>
        <p:spPr>
          <a:xfrm>
            <a:off x="29046" y="990370"/>
            <a:ext cx="4708543" cy="1559569"/>
          </a:xfrm>
          <a:prstGeom prst="rect">
            <a:avLst/>
          </a:prstGeom>
        </p:spPr>
      </p:pic>
      <p:pic>
        <p:nvPicPr>
          <p:cNvPr id="6" name="Picture 5" descr="A black and white screen with white text&#10;&#10;Description automatically generated">
            <a:extLst>
              <a:ext uri="{FF2B5EF4-FFF2-40B4-BE49-F238E27FC236}">
                <a16:creationId xmlns:a16="http://schemas.microsoft.com/office/drawing/2014/main" id="{D4FA849B-6933-91E2-1AE6-1AFD10985BB8}"/>
              </a:ext>
            </a:extLst>
          </p:cNvPr>
          <p:cNvPicPr>
            <a:picLocks noChangeAspect="1"/>
          </p:cNvPicPr>
          <p:nvPr/>
        </p:nvPicPr>
        <p:blipFill>
          <a:blip r:embed="rId3"/>
          <a:stretch>
            <a:fillRect/>
          </a:stretch>
        </p:blipFill>
        <p:spPr>
          <a:xfrm>
            <a:off x="29345" y="2305996"/>
            <a:ext cx="4629905" cy="1418218"/>
          </a:xfrm>
          <a:prstGeom prst="rect">
            <a:avLst/>
          </a:prstGeom>
        </p:spPr>
      </p:pic>
      <p:pic>
        <p:nvPicPr>
          <p:cNvPr id="8" name="Picture 7" descr="A black screen with white text&#10;&#10;Description automatically generated">
            <a:extLst>
              <a:ext uri="{FF2B5EF4-FFF2-40B4-BE49-F238E27FC236}">
                <a16:creationId xmlns:a16="http://schemas.microsoft.com/office/drawing/2014/main" id="{2A4AD000-128B-7E60-3937-F8DCF2997982}"/>
              </a:ext>
            </a:extLst>
          </p:cNvPr>
          <p:cNvPicPr>
            <a:picLocks noChangeAspect="1"/>
          </p:cNvPicPr>
          <p:nvPr/>
        </p:nvPicPr>
        <p:blipFill>
          <a:blip r:embed="rId4"/>
          <a:stretch>
            <a:fillRect/>
          </a:stretch>
        </p:blipFill>
        <p:spPr>
          <a:xfrm>
            <a:off x="4744701" y="1088124"/>
            <a:ext cx="4431924" cy="1370904"/>
          </a:xfrm>
          <a:prstGeom prst="rect">
            <a:avLst/>
          </a:prstGeom>
        </p:spPr>
      </p:pic>
      <p:pic>
        <p:nvPicPr>
          <p:cNvPr id="3" name="Picture 2" descr="A black screen with white text&#10;&#10;Description automatically generated">
            <a:extLst>
              <a:ext uri="{FF2B5EF4-FFF2-40B4-BE49-F238E27FC236}">
                <a16:creationId xmlns:a16="http://schemas.microsoft.com/office/drawing/2014/main" id="{66C681F5-F7A3-B393-9338-A323D72F3D0C}"/>
              </a:ext>
            </a:extLst>
          </p:cNvPr>
          <p:cNvPicPr>
            <a:picLocks noChangeAspect="1"/>
          </p:cNvPicPr>
          <p:nvPr/>
        </p:nvPicPr>
        <p:blipFill>
          <a:blip r:embed="rId5"/>
          <a:stretch>
            <a:fillRect/>
          </a:stretch>
        </p:blipFill>
        <p:spPr>
          <a:xfrm>
            <a:off x="4738134" y="2457912"/>
            <a:ext cx="4405867" cy="1290932"/>
          </a:xfrm>
          <a:prstGeom prst="rect">
            <a:avLst/>
          </a:prstGeom>
        </p:spPr>
      </p:pic>
    </p:spTree>
    <p:extLst>
      <p:ext uri="{BB962C8B-B14F-4D97-AF65-F5344CB8AC3E}">
        <p14:creationId xmlns:p14="http://schemas.microsoft.com/office/powerpoint/2010/main" val="220959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0D52AA-6878-B3E1-C5F1-43CF8C55EC0E}"/>
              </a:ext>
            </a:extLst>
          </p:cNvPr>
          <p:cNvSpPr txBox="1"/>
          <p:nvPr/>
        </p:nvSpPr>
        <p:spPr>
          <a:xfrm>
            <a:off x="1060598" y="123603"/>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Montserrat"/>
              </a:rPr>
              <a:t>2 GPU</a:t>
            </a:r>
            <a:r>
              <a:rPr lang="en-US" sz="2400">
                <a:latin typeface="Montserrat"/>
              </a:rPr>
              <a:t>​</a:t>
            </a:r>
            <a:r>
              <a:rPr lang="en-US" sz="2400" b="1">
                <a:latin typeface="Montserrat"/>
              </a:rPr>
              <a:t>s</a:t>
            </a:r>
            <a:endParaRPr lang="en-US" b="1"/>
          </a:p>
        </p:txBody>
      </p:sp>
      <p:pic>
        <p:nvPicPr>
          <p:cNvPr id="3" name="Picture 2" descr="A black screen with white text&#10;&#10;Description automatically generated">
            <a:extLst>
              <a:ext uri="{FF2B5EF4-FFF2-40B4-BE49-F238E27FC236}">
                <a16:creationId xmlns:a16="http://schemas.microsoft.com/office/drawing/2014/main" id="{2CA23196-9E48-D08E-3417-F00A77A5DDA7}"/>
              </a:ext>
            </a:extLst>
          </p:cNvPr>
          <p:cNvPicPr>
            <a:picLocks noChangeAspect="1"/>
          </p:cNvPicPr>
          <p:nvPr/>
        </p:nvPicPr>
        <p:blipFill>
          <a:blip r:embed="rId2"/>
          <a:stretch>
            <a:fillRect/>
          </a:stretch>
        </p:blipFill>
        <p:spPr>
          <a:xfrm>
            <a:off x="146198" y="574979"/>
            <a:ext cx="4572000" cy="1747414"/>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74C179F8-CD89-4598-04FC-C6CDDBE1BA0B}"/>
              </a:ext>
            </a:extLst>
          </p:cNvPr>
          <p:cNvPicPr>
            <a:picLocks noChangeAspect="1"/>
          </p:cNvPicPr>
          <p:nvPr/>
        </p:nvPicPr>
        <p:blipFill>
          <a:blip r:embed="rId3"/>
          <a:stretch>
            <a:fillRect/>
          </a:stretch>
        </p:blipFill>
        <p:spPr>
          <a:xfrm>
            <a:off x="146198" y="2693164"/>
            <a:ext cx="4572000" cy="1923556"/>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B61B759-CC3F-1C6F-3159-DEC974994BCF}"/>
              </a:ext>
            </a:extLst>
          </p:cNvPr>
          <p:cNvPicPr>
            <a:picLocks noChangeAspect="1"/>
          </p:cNvPicPr>
          <p:nvPr/>
        </p:nvPicPr>
        <p:blipFill>
          <a:blip r:embed="rId4"/>
          <a:stretch>
            <a:fillRect/>
          </a:stretch>
        </p:blipFill>
        <p:spPr>
          <a:xfrm>
            <a:off x="4718198" y="572790"/>
            <a:ext cx="4405867" cy="1778374"/>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F22BCDAD-170F-3637-0A0E-D9CCA06478AE}"/>
              </a:ext>
            </a:extLst>
          </p:cNvPr>
          <p:cNvPicPr>
            <a:picLocks noChangeAspect="1"/>
          </p:cNvPicPr>
          <p:nvPr/>
        </p:nvPicPr>
        <p:blipFill>
          <a:blip r:embed="rId5"/>
          <a:stretch>
            <a:fillRect/>
          </a:stretch>
        </p:blipFill>
        <p:spPr>
          <a:xfrm>
            <a:off x="4718198" y="2688719"/>
            <a:ext cx="4405867" cy="1939091"/>
          </a:xfrm>
          <a:prstGeom prst="rect">
            <a:avLst/>
          </a:prstGeom>
        </p:spPr>
      </p:pic>
    </p:spTree>
    <p:extLst>
      <p:ext uri="{BB962C8B-B14F-4D97-AF65-F5344CB8AC3E}">
        <p14:creationId xmlns:p14="http://schemas.microsoft.com/office/powerpoint/2010/main" val="964251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B539AE-E90E-4ACD-24D7-52FE1615798D}"/>
              </a:ext>
            </a:extLst>
          </p:cNvPr>
          <p:cNvSpPr txBox="1"/>
          <p:nvPr/>
        </p:nvSpPr>
        <p:spPr>
          <a:xfrm>
            <a:off x="1034016" y="176766"/>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Montserrat"/>
              </a:rPr>
              <a:t>4 GPU​s</a:t>
            </a:r>
            <a:endParaRPr lang="en-US" b="1"/>
          </a:p>
        </p:txBody>
      </p:sp>
      <p:pic>
        <p:nvPicPr>
          <p:cNvPr id="3" name="Picture 2" descr="A screenshot of a computer program&#10;&#10;Description automatically generated">
            <a:extLst>
              <a:ext uri="{FF2B5EF4-FFF2-40B4-BE49-F238E27FC236}">
                <a16:creationId xmlns:a16="http://schemas.microsoft.com/office/drawing/2014/main" id="{8B95D55D-2913-0C1F-5E94-C9394CB74625}"/>
              </a:ext>
            </a:extLst>
          </p:cNvPr>
          <p:cNvPicPr>
            <a:picLocks noChangeAspect="1"/>
          </p:cNvPicPr>
          <p:nvPr/>
        </p:nvPicPr>
        <p:blipFill>
          <a:blip r:embed="rId2"/>
          <a:stretch>
            <a:fillRect/>
          </a:stretch>
        </p:blipFill>
        <p:spPr>
          <a:xfrm>
            <a:off x="136604" y="882502"/>
            <a:ext cx="4538025" cy="30861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11D604DC-282E-1CD0-32E8-52E7A6E767C0}"/>
              </a:ext>
            </a:extLst>
          </p:cNvPr>
          <p:cNvPicPr>
            <a:picLocks noChangeAspect="1"/>
          </p:cNvPicPr>
          <p:nvPr/>
        </p:nvPicPr>
        <p:blipFill>
          <a:blip r:embed="rId3"/>
          <a:stretch>
            <a:fillRect/>
          </a:stretch>
        </p:blipFill>
        <p:spPr>
          <a:xfrm>
            <a:off x="4671367" y="782822"/>
            <a:ext cx="4054288" cy="3086100"/>
          </a:xfrm>
          <a:prstGeom prst="rect">
            <a:avLst/>
          </a:prstGeom>
        </p:spPr>
      </p:pic>
    </p:spTree>
    <p:extLst>
      <p:ext uri="{BB962C8B-B14F-4D97-AF65-F5344CB8AC3E}">
        <p14:creationId xmlns:p14="http://schemas.microsoft.com/office/powerpoint/2010/main" val="1516052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B539AE-E90E-4ACD-24D7-52FE1615798D}"/>
              </a:ext>
            </a:extLst>
          </p:cNvPr>
          <p:cNvSpPr txBox="1"/>
          <p:nvPr/>
        </p:nvSpPr>
        <p:spPr>
          <a:xfrm>
            <a:off x="1034016" y="176766"/>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Montserrat"/>
              </a:rPr>
              <a:t>4 GPU​s​</a:t>
            </a:r>
            <a:endParaRPr lang="en-US" b="1"/>
          </a:p>
        </p:txBody>
      </p:sp>
      <p:pic>
        <p:nvPicPr>
          <p:cNvPr id="4" name="Picture 3" descr="A screenshot of a computer&#10;&#10;Description automatically generated">
            <a:extLst>
              <a:ext uri="{FF2B5EF4-FFF2-40B4-BE49-F238E27FC236}">
                <a16:creationId xmlns:a16="http://schemas.microsoft.com/office/drawing/2014/main" id="{3EC54D72-DD41-3E74-218A-6BAA6B4B87A0}"/>
              </a:ext>
            </a:extLst>
          </p:cNvPr>
          <p:cNvPicPr>
            <a:picLocks noChangeAspect="1"/>
          </p:cNvPicPr>
          <p:nvPr/>
        </p:nvPicPr>
        <p:blipFill>
          <a:blip r:embed="rId2"/>
          <a:stretch>
            <a:fillRect/>
          </a:stretch>
        </p:blipFill>
        <p:spPr>
          <a:xfrm>
            <a:off x="4670543" y="882502"/>
            <a:ext cx="4348332" cy="30861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393FC1C4-3EF3-CBB5-AC73-F36D5C27BEF7}"/>
              </a:ext>
            </a:extLst>
          </p:cNvPr>
          <p:cNvPicPr>
            <a:picLocks noChangeAspect="1"/>
          </p:cNvPicPr>
          <p:nvPr/>
        </p:nvPicPr>
        <p:blipFill>
          <a:blip r:embed="rId3"/>
          <a:stretch>
            <a:fillRect/>
          </a:stretch>
        </p:blipFill>
        <p:spPr>
          <a:xfrm>
            <a:off x="225834" y="882502"/>
            <a:ext cx="4120331" cy="3086100"/>
          </a:xfrm>
          <a:prstGeom prst="rect">
            <a:avLst/>
          </a:prstGeom>
        </p:spPr>
      </p:pic>
    </p:spTree>
    <p:extLst>
      <p:ext uri="{BB962C8B-B14F-4D97-AF65-F5344CB8AC3E}">
        <p14:creationId xmlns:p14="http://schemas.microsoft.com/office/powerpoint/2010/main" val="4055974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95D5E-8EDF-11E2-0ACB-21E9166EC9C2}"/>
              </a:ext>
            </a:extLst>
          </p:cNvPr>
          <p:cNvSpPr>
            <a:spLocks noGrp="1"/>
          </p:cNvSpPr>
          <p:nvPr>
            <p:ph type="title"/>
          </p:nvPr>
        </p:nvSpPr>
        <p:spPr>
          <a:xfrm>
            <a:off x="1404408" y="3281"/>
            <a:ext cx="6893393" cy="841800"/>
          </a:xfrm>
        </p:spPr>
        <p:txBody>
          <a:bodyPr/>
          <a:lstStyle/>
          <a:p>
            <a:pPr algn="l"/>
            <a:r>
              <a:rPr lang="en-US" sz="2400" b="1">
                <a:solidFill>
                  <a:srgbClr val="000000"/>
                </a:solidFill>
              </a:rPr>
              <a:t>Results: </a:t>
            </a:r>
            <a:r>
              <a:rPr lang="en-US" sz="2400" b="1" err="1">
                <a:solidFill>
                  <a:srgbClr val="000000"/>
                </a:solidFill>
              </a:rPr>
              <a:t>Dask</a:t>
            </a:r>
            <a:r>
              <a:rPr lang="en-US" sz="2400" b="1">
                <a:solidFill>
                  <a:srgbClr val="000000"/>
                </a:solidFill>
              </a:rPr>
              <a:t> Performance Evaluation</a:t>
            </a:r>
            <a:endParaRPr lang="en-US" sz="2400">
              <a:solidFill>
                <a:srgbClr val="000000"/>
              </a:solidFill>
            </a:endParaRPr>
          </a:p>
        </p:txBody>
      </p:sp>
      <p:pic>
        <p:nvPicPr>
          <p:cNvPr id="7" name="Picture 6" descr="A graph with green lines&#10;&#10;Description automatically generated">
            <a:extLst>
              <a:ext uri="{FF2B5EF4-FFF2-40B4-BE49-F238E27FC236}">
                <a16:creationId xmlns:a16="http://schemas.microsoft.com/office/drawing/2014/main" id="{76CB2CF5-7D74-BDA7-89A2-5E5C3F601537}"/>
              </a:ext>
            </a:extLst>
          </p:cNvPr>
          <p:cNvPicPr>
            <a:picLocks noChangeAspect="1"/>
          </p:cNvPicPr>
          <p:nvPr/>
        </p:nvPicPr>
        <p:blipFill>
          <a:blip r:embed="rId2"/>
          <a:stretch>
            <a:fillRect/>
          </a:stretch>
        </p:blipFill>
        <p:spPr>
          <a:xfrm>
            <a:off x="2079993" y="2570020"/>
            <a:ext cx="4984011" cy="1286012"/>
          </a:xfrm>
          <a:prstGeom prst="rect">
            <a:avLst/>
          </a:prstGeom>
        </p:spPr>
      </p:pic>
      <p:graphicFrame>
        <p:nvGraphicFramePr>
          <p:cNvPr id="6" name="Table 5">
            <a:extLst>
              <a:ext uri="{FF2B5EF4-FFF2-40B4-BE49-F238E27FC236}">
                <a16:creationId xmlns:a16="http://schemas.microsoft.com/office/drawing/2014/main" id="{3393CAE7-A8AA-249A-A026-4811BFA64E7B}"/>
              </a:ext>
            </a:extLst>
          </p:cNvPr>
          <p:cNvGraphicFramePr>
            <a:graphicFrameLocks noGrp="1"/>
          </p:cNvGraphicFramePr>
          <p:nvPr>
            <p:extLst>
              <p:ext uri="{D42A27DB-BD31-4B8C-83A1-F6EECF244321}">
                <p14:modId xmlns:p14="http://schemas.microsoft.com/office/powerpoint/2010/main" val="1828031427"/>
              </p:ext>
            </p:extLst>
          </p:nvPr>
        </p:nvGraphicFramePr>
        <p:xfrm>
          <a:off x="1671637" y="844225"/>
          <a:ext cx="5800725" cy="1554480"/>
        </p:xfrm>
        <a:graphic>
          <a:graphicData uri="http://schemas.openxmlformats.org/drawingml/2006/table">
            <a:tbl>
              <a:tblPr bandRow="1">
                <a:tableStyleId>{D2903D8D-04BD-4E4C-A273-993011E91ED4}</a:tableStyleId>
              </a:tblPr>
              <a:tblGrid>
                <a:gridCol w="2590800">
                  <a:extLst>
                    <a:ext uri="{9D8B030D-6E8A-4147-A177-3AD203B41FA5}">
                      <a16:colId xmlns:a16="http://schemas.microsoft.com/office/drawing/2014/main" val="894137503"/>
                    </a:ext>
                  </a:extLst>
                </a:gridCol>
                <a:gridCol w="3209925">
                  <a:extLst>
                    <a:ext uri="{9D8B030D-6E8A-4147-A177-3AD203B41FA5}">
                      <a16:colId xmlns:a16="http://schemas.microsoft.com/office/drawing/2014/main" val="152525032"/>
                    </a:ext>
                  </a:extLst>
                </a:gridCol>
              </a:tblGrid>
              <a:tr h="190500">
                <a:tc>
                  <a:txBody>
                    <a:bodyPr/>
                    <a:lstStyle/>
                    <a:p>
                      <a:pPr algn="ctr" rtl="0" fontAlgn="base"/>
                      <a:r>
                        <a:rPr lang="en-IN" sz="1100" b="1" dirty="0">
                          <a:solidFill>
                            <a:srgbClr val="FFFFFF"/>
                          </a:solidFill>
                          <a:effectLst/>
                          <a:highlight>
                            <a:srgbClr val="156082"/>
                          </a:highlight>
                          <a:latin typeface="Times New Roman"/>
                        </a:rPr>
                        <a:t>Process </a:t>
                      </a:r>
                      <a:endParaRPr lang="en-IN" b="1" dirty="0">
                        <a:solidFill>
                          <a:srgbClr val="FFFFFF"/>
                        </a:solidFill>
                        <a:effectLst/>
                        <a:highlight>
                          <a:srgbClr val="156082"/>
                        </a:highlight>
                        <a:latin typeface="Times New Roman"/>
                      </a:endParaRPr>
                    </a:p>
                  </a:txBody>
                  <a:tcPr marL="66675" marR="66675">
                    <a:lnL w="9525" cap="flat" cmpd="sng" algn="ctr">
                      <a:solidFill>
                        <a:srgbClr val="156082"/>
                      </a:solidFill>
                      <a:prstDash val="solid"/>
                      <a:round/>
                      <a:headEnd type="none" w="med" len="med"/>
                      <a:tailEnd type="none" w="med" len="med"/>
                    </a:lnL>
                    <a:lnR>
                      <a:noFill/>
                    </a:lnR>
                    <a:lnT w="9525" cap="flat" cmpd="sng" algn="ctr">
                      <a:solidFill>
                        <a:srgbClr val="156082"/>
                      </a:solidFill>
                      <a:prstDash val="solid"/>
                      <a:round/>
                      <a:headEnd type="none" w="med" len="med"/>
                      <a:tailEnd type="none" w="med" len="med"/>
                    </a:lnT>
                    <a:lnB w="9525" cap="flat" cmpd="sng" algn="ctr">
                      <a:solidFill>
                        <a:srgbClr val="156082"/>
                      </a:solidFill>
                      <a:prstDash val="solid"/>
                      <a:round/>
                      <a:headEnd type="none" w="med" len="med"/>
                      <a:tailEnd type="none" w="med" len="med"/>
                    </a:lnB>
                    <a:solidFill>
                      <a:srgbClr val="156082"/>
                    </a:solidFill>
                  </a:tcPr>
                </a:tc>
                <a:tc>
                  <a:txBody>
                    <a:bodyPr/>
                    <a:lstStyle/>
                    <a:p>
                      <a:pPr algn="ctr" rtl="0" fontAlgn="base"/>
                      <a:r>
                        <a:rPr lang="en-IN" sz="1100" b="1" dirty="0">
                          <a:solidFill>
                            <a:srgbClr val="FFFFFF"/>
                          </a:solidFill>
                          <a:effectLst/>
                          <a:highlight>
                            <a:srgbClr val="156082"/>
                          </a:highlight>
                          <a:latin typeface="Times New Roman"/>
                        </a:rPr>
                        <a:t>Time Taken (in Second) </a:t>
                      </a:r>
                      <a:endParaRPr lang="en-IN" b="1" dirty="0">
                        <a:solidFill>
                          <a:srgbClr val="FFFFFF"/>
                        </a:solidFill>
                        <a:effectLst/>
                        <a:highlight>
                          <a:srgbClr val="156082"/>
                        </a:highlight>
                        <a:latin typeface="Times New Roman"/>
                      </a:endParaRPr>
                    </a:p>
                  </a:txBody>
                  <a:tcPr marL="66675" marR="66675">
                    <a:lnL>
                      <a:noFill/>
                    </a:lnL>
                    <a:lnR w="9525" cap="flat" cmpd="sng" algn="ctr">
                      <a:solidFill>
                        <a:srgbClr val="156082"/>
                      </a:solidFill>
                      <a:prstDash val="solid"/>
                      <a:round/>
                      <a:headEnd type="none" w="med" len="med"/>
                      <a:tailEnd type="none" w="med" len="med"/>
                    </a:lnR>
                    <a:lnT w="9525" cap="flat" cmpd="sng" algn="ctr">
                      <a:solidFill>
                        <a:srgbClr val="156082"/>
                      </a:solidFill>
                      <a:prstDash val="solid"/>
                      <a:round/>
                      <a:headEnd type="none" w="med" len="med"/>
                      <a:tailEnd type="none" w="med" len="med"/>
                    </a:lnT>
                    <a:lnB w="9525" cap="flat" cmpd="sng" algn="ctr">
                      <a:solidFill>
                        <a:srgbClr val="156082"/>
                      </a:solidFill>
                      <a:prstDash val="solid"/>
                      <a:round/>
                      <a:headEnd type="none" w="med" len="med"/>
                      <a:tailEnd type="none" w="med" len="med"/>
                    </a:lnB>
                    <a:solidFill>
                      <a:srgbClr val="156082"/>
                    </a:solidFill>
                  </a:tcPr>
                </a:tc>
                <a:extLst>
                  <a:ext uri="{0D108BD9-81ED-4DB2-BD59-A6C34878D82A}">
                    <a16:rowId xmlns:a16="http://schemas.microsoft.com/office/drawing/2014/main" val="1294443711"/>
                  </a:ext>
                </a:extLst>
              </a:tr>
              <a:tr h="190500">
                <a:tc>
                  <a:txBody>
                    <a:bodyPr/>
                    <a:lstStyle/>
                    <a:p>
                      <a:pPr algn="ctr" rtl="0" fontAlgn="base"/>
                      <a:r>
                        <a:rPr lang="en-IN" sz="1100" b="1" dirty="0" err="1">
                          <a:effectLst/>
                          <a:highlight>
                            <a:srgbClr val="C1E4F5"/>
                          </a:highlight>
                          <a:latin typeface="Times New Roman"/>
                        </a:rPr>
                        <a:t>Dask</a:t>
                      </a:r>
                      <a:r>
                        <a:rPr lang="en-IN" sz="1100" b="1" dirty="0">
                          <a:effectLst/>
                          <a:highlight>
                            <a:srgbClr val="C1E4F5"/>
                          </a:highlight>
                          <a:latin typeface="Times New Roman"/>
                        </a:rPr>
                        <a:t> (with 1 worker) </a:t>
                      </a:r>
                      <a:endParaRPr lang="en-IN" b="1" dirty="0">
                        <a:effectLst/>
                        <a:highlight>
                          <a:srgbClr val="C1E4F5"/>
                        </a:highlight>
                        <a:latin typeface="Times New Roman"/>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156082"/>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C1E4F5"/>
                    </a:solidFill>
                  </a:tcPr>
                </a:tc>
                <a:tc>
                  <a:txBody>
                    <a:bodyPr/>
                    <a:lstStyle/>
                    <a:p>
                      <a:pPr algn="ctr" rtl="0" fontAlgn="base"/>
                      <a:r>
                        <a:rPr lang="en-IN" sz="1100" dirty="0">
                          <a:effectLst/>
                          <a:highlight>
                            <a:srgbClr val="C1E4F5"/>
                          </a:highlight>
                          <a:latin typeface="Times New Roman"/>
                        </a:rPr>
                        <a:t>128</a:t>
                      </a:r>
                      <a:endParaRPr lang="en-IN" dirty="0">
                        <a:effectLst/>
                        <a:highlight>
                          <a:srgbClr val="C1E4F5"/>
                        </a:highlight>
                        <a:latin typeface="Times New Roman"/>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156082"/>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C1E4F5"/>
                    </a:solidFill>
                  </a:tcPr>
                </a:tc>
                <a:extLst>
                  <a:ext uri="{0D108BD9-81ED-4DB2-BD59-A6C34878D82A}">
                    <a16:rowId xmlns:a16="http://schemas.microsoft.com/office/drawing/2014/main" val="2350356979"/>
                  </a:ext>
                </a:extLst>
              </a:tr>
              <a:tr h="190500">
                <a:tc>
                  <a:txBody>
                    <a:bodyPr/>
                    <a:lstStyle/>
                    <a:p>
                      <a:pPr algn="ctr" rtl="0" fontAlgn="base"/>
                      <a:r>
                        <a:rPr lang="en-IN" sz="1100" b="1" dirty="0" err="1">
                          <a:effectLst/>
                          <a:latin typeface="Times New Roman"/>
                        </a:rPr>
                        <a:t>Dask</a:t>
                      </a:r>
                      <a:r>
                        <a:rPr lang="en-IN" sz="1100" b="1" dirty="0">
                          <a:effectLst/>
                          <a:latin typeface="Times New Roman"/>
                        </a:rPr>
                        <a:t> (with 2 workers) </a:t>
                      </a:r>
                      <a:endParaRPr lang="en-IN" b="1" dirty="0">
                        <a:effectLst/>
                        <a:latin typeface="Times New Roman"/>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r>
                        <a:rPr lang="en-IN" sz="1100">
                          <a:effectLst/>
                          <a:latin typeface="Times New Roman"/>
                        </a:rPr>
                        <a:t>78</a:t>
                      </a:r>
                      <a:endParaRPr lang="en-IN">
                        <a:effectLst/>
                        <a:latin typeface="Times New Roman"/>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3043688386"/>
                  </a:ext>
                </a:extLst>
              </a:tr>
              <a:tr h="190500">
                <a:tc>
                  <a:txBody>
                    <a:bodyPr/>
                    <a:lstStyle/>
                    <a:p>
                      <a:pPr algn="ctr" rtl="0" fontAlgn="base"/>
                      <a:r>
                        <a:rPr lang="en-IN" sz="1100" b="1" dirty="0" err="1">
                          <a:effectLst/>
                          <a:highlight>
                            <a:srgbClr val="C1E4F5"/>
                          </a:highlight>
                          <a:latin typeface="Times New Roman"/>
                        </a:rPr>
                        <a:t>Dask</a:t>
                      </a:r>
                      <a:r>
                        <a:rPr lang="en-IN" sz="1100" b="1" dirty="0">
                          <a:effectLst/>
                          <a:highlight>
                            <a:srgbClr val="C1E4F5"/>
                          </a:highlight>
                          <a:latin typeface="Times New Roman"/>
                        </a:rPr>
                        <a:t> (with 4 workers) </a:t>
                      </a:r>
                      <a:endParaRPr lang="en-IN" b="1" dirty="0">
                        <a:effectLst/>
                        <a:highlight>
                          <a:srgbClr val="C1E4F5"/>
                        </a:highlight>
                        <a:latin typeface="Times New Roman"/>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C1E4F5"/>
                    </a:solidFill>
                  </a:tcPr>
                </a:tc>
                <a:tc>
                  <a:txBody>
                    <a:bodyPr/>
                    <a:lstStyle/>
                    <a:p>
                      <a:pPr algn="ctr" rtl="0" fontAlgn="base"/>
                      <a:r>
                        <a:rPr lang="en-IN" sz="1100">
                          <a:effectLst/>
                          <a:highlight>
                            <a:srgbClr val="C1E4F5"/>
                          </a:highlight>
                          <a:latin typeface="Times New Roman"/>
                        </a:rPr>
                        <a:t>75</a:t>
                      </a:r>
                      <a:endParaRPr lang="en-IN">
                        <a:effectLst/>
                        <a:highlight>
                          <a:srgbClr val="C1E4F5"/>
                        </a:highlight>
                        <a:latin typeface="Times New Roman"/>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C1E4F5"/>
                    </a:solidFill>
                  </a:tcPr>
                </a:tc>
                <a:extLst>
                  <a:ext uri="{0D108BD9-81ED-4DB2-BD59-A6C34878D82A}">
                    <a16:rowId xmlns:a16="http://schemas.microsoft.com/office/drawing/2014/main" val="2130342221"/>
                  </a:ext>
                </a:extLst>
              </a:tr>
              <a:tr h="190500">
                <a:tc>
                  <a:txBody>
                    <a:bodyPr/>
                    <a:lstStyle/>
                    <a:p>
                      <a:pPr algn="ctr" rtl="0" fontAlgn="base"/>
                      <a:r>
                        <a:rPr lang="en-IN" sz="1100" b="1" dirty="0" err="1">
                          <a:effectLst/>
                          <a:latin typeface="Times New Roman"/>
                        </a:rPr>
                        <a:t>Dask</a:t>
                      </a:r>
                      <a:r>
                        <a:rPr lang="en-IN" sz="1100" b="1" dirty="0">
                          <a:effectLst/>
                          <a:latin typeface="Times New Roman"/>
                        </a:rPr>
                        <a:t> (with 8 workers) </a:t>
                      </a:r>
                      <a:endParaRPr lang="en-IN" b="1" dirty="0">
                        <a:effectLst/>
                        <a:latin typeface="Times New Roman"/>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tc>
                  <a:txBody>
                    <a:bodyPr/>
                    <a:lstStyle/>
                    <a:p>
                      <a:pPr algn="ctr" rtl="0" fontAlgn="base"/>
                      <a:r>
                        <a:rPr lang="en-IN" sz="1100" dirty="0">
                          <a:effectLst/>
                          <a:latin typeface="Times New Roman"/>
                        </a:rPr>
                        <a:t>74</a:t>
                      </a:r>
                      <a:endParaRPr lang="en-IN" dirty="0">
                        <a:effectLst/>
                        <a:latin typeface="Times New Roman"/>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3050352433"/>
                  </a:ext>
                </a:extLst>
              </a:tr>
              <a:tr h="190500">
                <a:tc>
                  <a:txBody>
                    <a:bodyPr/>
                    <a:lstStyle/>
                    <a:p>
                      <a:pPr algn="ctr" rtl="0" fontAlgn="base"/>
                      <a:r>
                        <a:rPr lang="en-IN" sz="1100" b="1" dirty="0" err="1">
                          <a:effectLst/>
                          <a:highlight>
                            <a:srgbClr val="C1E4F5"/>
                          </a:highlight>
                          <a:latin typeface="Times New Roman"/>
                        </a:rPr>
                        <a:t>Dask</a:t>
                      </a:r>
                      <a:r>
                        <a:rPr lang="en-IN" sz="1100" b="1" dirty="0">
                          <a:effectLst/>
                          <a:highlight>
                            <a:srgbClr val="C1E4F5"/>
                          </a:highlight>
                          <a:latin typeface="Times New Roman"/>
                        </a:rPr>
                        <a:t> (with 16 workers) </a:t>
                      </a:r>
                      <a:endParaRPr lang="en-IN" b="1" dirty="0">
                        <a:effectLst/>
                        <a:highlight>
                          <a:srgbClr val="C1E4F5"/>
                        </a:highlight>
                        <a:latin typeface="Times New Roman"/>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C1E4F5"/>
                    </a:solidFill>
                  </a:tcPr>
                </a:tc>
                <a:tc>
                  <a:txBody>
                    <a:bodyPr/>
                    <a:lstStyle/>
                    <a:p>
                      <a:pPr algn="ctr" rtl="0" fontAlgn="base"/>
                      <a:r>
                        <a:rPr lang="en-IN" sz="1100" dirty="0">
                          <a:effectLst/>
                          <a:highlight>
                            <a:srgbClr val="C1E4F5"/>
                          </a:highlight>
                          <a:latin typeface="Times New Roman"/>
                        </a:rPr>
                        <a:t>68</a:t>
                      </a:r>
                      <a:endParaRPr lang="en-IN" dirty="0">
                        <a:effectLst/>
                        <a:highlight>
                          <a:srgbClr val="C1E4F5"/>
                        </a:highlight>
                      </a:endParaRPr>
                    </a:p>
                  </a:txBody>
                  <a:tcPr marL="66675" marR="66675">
                    <a:lnL w="9525" cap="flat" cmpd="sng" algn="ctr">
                      <a:solidFill>
                        <a:srgbClr val="45B0E1"/>
                      </a:solidFill>
                      <a:prstDash val="solid"/>
                      <a:round/>
                      <a:headEnd type="none" w="med" len="med"/>
                      <a:tailEnd type="none" w="med" len="med"/>
                    </a:lnL>
                    <a:lnR w="9525" cap="flat" cmpd="sng" algn="ctr">
                      <a:solidFill>
                        <a:srgbClr val="45B0E1"/>
                      </a:solidFill>
                      <a:prstDash val="solid"/>
                      <a:round/>
                      <a:headEnd type="none" w="med" len="med"/>
                      <a:tailEnd type="none" w="med" len="med"/>
                    </a:lnR>
                    <a:lnT w="9525" cap="flat" cmpd="sng" algn="ctr">
                      <a:solidFill>
                        <a:srgbClr val="45B0E1"/>
                      </a:solidFill>
                      <a:prstDash val="solid"/>
                      <a:round/>
                      <a:headEnd type="none" w="med" len="med"/>
                      <a:tailEnd type="none" w="med" len="med"/>
                    </a:lnT>
                    <a:lnB w="9525" cap="flat" cmpd="sng" algn="ctr">
                      <a:solidFill>
                        <a:srgbClr val="45B0E1"/>
                      </a:solidFill>
                      <a:prstDash val="solid"/>
                      <a:round/>
                      <a:headEnd type="none" w="med" len="med"/>
                      <a:tailEnd type="none" w="med" len="med"/>
                    </a:lnB>
                    <a:solidFill>
                      <a:srgbClr val="C1E4F5"/>
                    </a:solidFill>
                  </a:tcPr>
                </a:tc>
                <a:extLst>
                  <a:ext uri="{0D108BD9-81ED-4DB2-BD59-A6C34878D82A}">
                    <a16:rowId xmlns:a16="http://schemas.microsoft.com/office/drawing/2014/main" val="2974380749"/>
                  </a:ext>
                </a:extLst>
              </a:tr>
            </a:tbl>
          </a:graphicData>
        </a:graphic>
      </p:graphicFrame>
      <p:pic>
        <p:nvPicPr>
          <p:cNvPr id="3" name="Picture 2" descr="A graph with a red line&#10;&#10;Description automatically generated">
            <a:extLst>
              <a:ext uri="{FF2B5EF4-FFF2-40B4-BE49-F238E27FC236}">
                <a16:creationId xmlns:a16="http://schemas.microsoft.com/office/drawing/2014/main" id="{724E9023-564D-60EC-0916-03C9615F1079}"/>
              </a:ext>
            </a:extLst>
          </p:cNvPr>
          <p:cNvPicPr>
            <a:picLocks noChangeAspect="1"/>
          </p:cNvPicPr>
          <p:nvPr/>
        </p:nvPicPr>
        <p:blipFill>
          <a:blip r:embed="rId3"/>
          <a:stretch>
            <a:fillRect/>
          </a:stretch>
        </p:blipFill>
        <p:spPr>
          <a:xfrm>
            <a:off x="2286000" y="3826788"/>
            <a:ext cx="4572000" cy="1317645"/>
          </a:xfrm>
          <a:prstGeom prst="rect">
            <a:avLst/>
          </a:prstGeom>
        </p:spPr>
      </p:pic>
    </p:spTree>
    <p:extLst>
      <p:ext uri="{BB962C8B-B14F-4D97-AF65-F5344CB8AC3E}">
        <p14:creationId xmlns:p14="http://schemas.microsoft.com/office/powerpoint/2010/main" val="2216394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1B73D-0002-D55B-C035-A28E0222EACF}"/>
              </a:ext>
            </a:extLst>
          </p:cNvPr>
          <p:cNvSpPr>
            <a:spLocks noGrp="1"/>
          </p:cNvSpPr>
          <p:nvPr>
            <p:ph type="title"/>
          </p:nvPr>
        </p:nvSpPr>
        <p:spPr>
          <a:xfrm>
            <a:off x="90418" y="180022"/>
            <a:ext cx="4740300" cy="841800"/>
          </a:xfrm>
        </p:spPr>
        <p:txBody>
          <a:bodyPr/>
          <a:lstStyle/>
          <a:p>
            <a:r>
              <a:rPr lang="en-US" sz="2400"/>
              <a:t>Model Evaluation</a:t>
            </a:r>
          </a:p>
        </p:txBody>
      </p:sp>
      <p:sp>
        <p:nvSpPr>
          <p:cNvPr id="3" name="Subtitle 2">
            <a:extLst>
              <a:ext uri="{FF2B5EF4-FFF2-40B4-BE49-F238E27FC236}">
                <a16:creationId xmlns:a16="http://schemas.microsoft.com/office/drawing/2014/main" id="{E5212B04-D466-8AC8-0BC7-6CA919303308}"/>
              </a:ext>
            </a:extLst>
          </p:cNvPr>
          <p:cNvSpPr>
            <a:spLocks noGrp="1"/>
          </p:cNvSpPr>
          <p:nvPr>
            <p:ph type="subTitle" idx="1"/>
          </p:nvPr>
        </p:nvSpPr>
        <p:spPr>
          <a:xfrm>
            <a:off x="797074" y="2901752"/>
            <a:ext cx="6676068" cy="1130700"/>
          </a:xfrm>
        </p:spPr>
        <p:txBody>
          <a:bodyPr/>
          <a:lstStyle/>
          <a:p>
            <a:pPr algn="just">
              <a:buFont typeface="Arial" panose="020B0604020202020204" pitchFamily="34" charset="0"/>
              <a:buChar char="•"/>
            </a:pPr>
            <a:r>
              <a:rPr lang="en-US" sz="1400"/>
              <a:t>The model’s loss decreased and converged for both training and validation datasets, indicating effective learning without significant overfitting.</a:t>
            </a:r>
          </a:p>
          <a:p>
            <a:pPr algn="just">
              <a:buFont typeface="Arial" panose="020B0604020202020204" pitchFamily="34" charset="0"/>
              <a:buChar char="•"/>
            </a:pPr>
            <a:r>
              <a:rPr lang="en-US" sz="1400"/>
              <a:t>Accuracy for both training and validation increased and aligned closely by the end of training, suggesting excellent model generalization.</a:t>
            </a:r>
          </a:p>
          <a:p>
            <a:pPr algn="just">
              <a:buFont typeface="Arial" panose="020B0604020202020204" pitchFamily="34" charset="0"/>
              <a:buChar char="•"/>
            </a:pPr>
            <a:r>
              <a:rPr lang="en-US" sz="1400"/>
              <a:t>High final accuracy rates (~0.96) across both datasets demonstrate the model's strong performance in pattern recognition within the data.</a:t>
            </a:r>
          </a:p>
          <a:p>
            <a:pPr algn="just">
              <a:buFont typeface="Arial" panose="020B0604020202020204" pitchFamily="34" charset="0"/>
              <a:buChar char="•"/>
            </a:pPr>
            <a:endParaRPr lang="en-US" sz="1400"/>
          </a:p>
        </p:txBody>
      </p:sp>
      <p:pic>
        <p:nvPicPr>
          <p:cNvPr id="6" name="Picture 5" descr="A graph of a graph of a graph&#10;&#10;Description automatically generated with medium confidence">
            <a:extLst>
              <a:ext uri="{FF2B5EF4-FFF2-40B4-BE49-F238E27FC236}">
                <a16:creationId xmlns:a16="http://schemas.microsoft.com/office/drawing/2014/main" id="{C4E81508-D7D1-4720-3DD9-157E1E4BE1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887" y="948677"/>
            <a:ext cx="8053207" cy="1953075"/>
          </a:xfrm>
          <a:prstGeom prst="rect">
            <a:avLst/>
          </a:prstGeom>
        </p:spPr>
      </p:pic>
    </p:spTree>
    <p:extLst>
      <p:ext uri="{BB962C8B-B14F-4D97-AF65-F5344CB8AC3E}">
        <p14:creationId xmlns:p14="http://schemas.microsoft.com/office/powerpoint/2010/main" val="763990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2525D868-C71E-193E-32CE-A499922562CC}"/>
              </a:ext>
            </a:extLst>
          </p:cNvPr>
          <p:cNvPicPr>
            <a:picLocks noChangeAspect="1"/>
          </p:cNvPicPr>
          <p:nvPr/>
        </p:nvPicPr>
        <p:blipFill>
          <a:blip r:embed="rId3"/>
          <a:stretch>
            <a:fillRect/>
          </a:stretch>
        </p:blipFill>
        <p:spPr>
          <a:xfrm>
            <a:off x="4108047" y="82492"/>
            <a:ext cx="3972297" cy="2305108"/>
          </a:xfrm>
          <a:prstGeom prst="rect">
            <a:avLst/>
          </a:prstGeom>
        </p:spPr>
      </p:pic>
      <p:pic>
        <p:nvPicPr>
          <p:cNvPr id="3" name="Picture 2" descr="A comparison of a normal and normal&#10;&#10;Description automatically generated">
            <a:extLst>
              <a:ext uri="{FF2B5EF4-FFF2-40B4-BE49-F238E27FC236}">
                <a16:creationId xmlns:a16="http://schemas.microsoft.com/office/drawing/2014/main" id="{B4152D75-6A89-40AD-6169-C860682CE721}"/>
              </a:ext>
            </a:extLst>
          </p:cNvPr>
          <p:cNvPicPr>
            <a:picLocks noChangeAspect="1"/>
          </p:cNvPicPr>
          <p:nvPr/>
        </p:nvPicPr>
        <p:blipFill>
          <a:blip r:embed="rId4"/>
          <a:stretch>
            <a:fillRect/>
          </a:stretch>
        </p:blipFill>
        <p:spPr>
          <a:xfrm>
            <a:off x="983354" y="2571750"/>
            <a:ext cx="7096990" cy="2387600"/>
          </a:xfrm>
          <a:prstGeom prst="rect">
            <a:avLst/>
          </a:prstGeom>
        </p:spPr>
      </p:pic>
      <p:sp>
        <p:nvSpPr>
          <p:cNvPr id="4" name="TextBox 3">
            <a:extLst>
              <a:ext uri="{FF2B5EF4-FFF2-40B4-BE49-F238E27FC236}">
                <a16:creationId xmlns:a16="http://schemas.microsoft.com/office/drawing/2014/main" id="{F920ACEB-D58D-622C-E764-FD60BF5C59C9}"/>
              </a:ext>
            </a:extLst>
          </p:cNvPr>
          <p:cNvSpPr txBox="1"/>
          <p:nvPr/>
        </p:nvSpPr>
        <p:spPr>
          <a:xfrm>
            <a:off x="764770" y="598516"/>
            <a:ext cx="2940228" cy="461665"/>
          </a:xfrm>
          <a:prstGeom prst="rect">
            <a:avLst/>
          </a:prstGeom>
          <a:noFill/>
        </p:spPr>
        <p:txBody>
          <a:bodyPr wrap="none" rtlCol="0">
            <a:spAutoFit/>
          </a:bodyPr>
          <a:lstStyle/>
          <a:p>
            <a:r>
              <a:rPr lang="en-US" sz="2400" b="1">
                <a:latin typeface="Montserrat" pitchFamily="2" charset="77"/>
              </a:rPr>
              <a:t>Confusion Matrix</a:t>
            </a:r>
          </a:p>
        </p:txBody>
      </p:sp>
    </p:spTree>
    <p:extLst>
      <p:ext uri="{BB962C8B-B14F-4D97-AF65-F5344CB8AC3E}">
        <p14:creationId xmlns:p14="http://schemas.microsoft.com/office/powerpoint/2010/main" val="966223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a curve&#10;&#10;Description automatically generated">
            <a:extLst>
              <a:ext uri="{FF2B5EF4-FFF2-40B4-BE49-F238E27FC236}">
                <a16:creationId xmlns:a16="http://schemas.microsoft.com/office/drawing/2014/main" id="{0F1FA803-70AA-C8A4-B972-583CD39C5050}"/>
              </a:ext>
            </a:extLst>
          </p:cNvPr>
          <p:cNvPicPr>
            <a:picLocks noChangeAspect="1"/>
          </p:cNvPicPr>
          <p:nvPr/>
        </p:nvPicPr>
        <p:blipFill>
          <a:blip r:embed="rId3"/>
          <a:stretch>
            <a:fillRect/>
          </a:stretch>
        </p:blipFill>
        <p:spPr>
          <a:xfrm>
            <a:off x="846974" y="534669"/>
            <a:ext cx="3772181" cy="3704821"/>
          </a:xfrm>
          <a:prstGeom prst="rect">
            <a:avLst/>
          </a:prstGeom>
        </p:spPr>
      </p:pic>
      <p:pic>
        <p:nvPicPr>
          <p:cNvPr id="3" name="Picture 2" descr="A blue line on a white background&#10;&#10;Description automatically generated">
            <a:extLst>
              <a:ext uri="{FF2B5EF4-FFF2-40B4-BE49-F238E27FC236}">
                <a16:creationId xmlns:a16="http://schemas.microsoft.com/office/drawing/2014/main" id="{A2B862BD-2696-7042-0E36-DC5F792A1668}"/>
              </a:ext>
            </a:extLst>
          </p:cNvPr>
          <p:cNvPicPr>
            <a:picLocks noChangeAspect="1"/>
          </p:cNvPicPr>
          <p:nvPr/>
        </p:nvPicPr>
        <p:blipFill>
          <a:blip r:embed="rId4"/>
          <a:stretch>
            <a:fillRect/>
          </a:stretch>
        </p:blipFill>
        <p:spPr>
          <a:xfrm>
            <a:off x="4490669" y="534669"/>
            <a:ext cx="3871935" cy="3744604"/>
          </a:xfrm>
          <a:prstGeom prst="rect">
            <a:avLst/>
          </a:prstGeom>
        </p:spPr>
      </p:pic>
    </p:spTree>
    <p:extLst>
      <p:ext uri="{BB962C8B-B14F-4D97-AF65-F5344CB8AC3E}">
        <p14:creationId xmlns:p14="http://schemas.microsoft.com/office/powerpoint/2010/main" val="749318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5AF9E-7794-056B-80D7-1AFAC4786008}"/>
              </a:ext>
            </a:extLst>
          </p:cNvPr>
          <p:cNvSpPr>
            <a:spLocks noGrp="1"/>
          </p:cNvSpPr>
          <p:nvPr>
            <p:ph type="title"/>
          </p:nvPr>
        </p:nvSpPr>
        <p:spPr>
          <a:xfrm>
            <a:off x="-384431" y="146772"/>
            <a:ext cx="4740300" cy="841800"/>
          </a:xfrm>
        </p:spPr>
        <p:txBody>
          <a:bodyPr/>
          <a:lstStyle/>
          <a:p>
            <a:r>
              <a:rPr lang="en-US" sz="2400"/>
              <a:t>Conclusion</a:t>
            </a:r>
          </a:p>
        </p:txBody>
      </p:sp>
      <p:sp>
        <p:nvSpPr>
          <p:cNvPr id="3" name="Subtitle 2">
            <a:extLst>
              <a:ext uri="{FF2B5EF4-FFF2-40B4-BE49-F238E27FC236}">
                <a16:creationId xmlns:a16="http://schemas.microsoft.com/office/drawing/2014/main" id="{3CBE844E-9E91-8F82-7739-69147681328A}"/>
              </a:ext>
            </a:extLst>
          </p:cNvPr>
          <p:cNvSpPr>
            <a:spLocks noGrp="1"/>
          </p:cNvSpPr>
          <p:nvPr>
            <p:ph type="subTitle" idx="1"/>
          </p:nvPr>
        </p:nvSpPr>
        <p:spPr>
          <a:xfrm>
            <a:off x="390699" y="923322"/>
            <a:ext cx="8753301" cy="4147442"/>
          </a:xfrm>
        </p:spPr>
        <p:txBody>
          <a:bodyPr/>
          <a:lstStyle/>
          <a:p>
            <a:pPr algn="just">
              <a:buFont typeface="Arial" panose="020B0604020202020204" pitchFamily="34" charset="0"/>
              <a:buChar char="•"/>
            </a:pPr>
            <a:r>
              <a:rPr lang="en-US" sz="1400"/>
              <a:t>Single-core synchronous execution is the baseline for performance, being the slowest method.</a:t>
            </a:r>
          </a:p>
          <a:p>
            <a:pPr marL="152400" indent="0" algn="just"/>
            <a:endParaRPr lang="en-US" sz="1400"/>
          </a:p>
          <a:p>
            <a:pPr algn="just">
              <a:buFont typeface="Arial" panose="020B0604020202020204" pitchFamily="34" charset="0"/>
              <a:buChar char="•"/>
            </a:pPr>
            <a:r>
              <a:rPr lang="en-US" sz="1400"/>
              <a:t>Multiprocessing reduces data loading time, optimizing resource use in data-heavy tasks.</a:t>
            </a:r>
          </a:p>
          <a:p>
            <a:pPr algn="just">
              <a:buFont typeface="Arial" panose="020B0604020202020204" pitchFamily="34" charset="0"/>
              <a:buChar char="•"/>
            </a:pPr>
            <a:endParaRPr lang="en-US" sz="1400"/>
          </a:p>
          <a:p>
            <a:pPr algn="just">
              <a:buFont typeface="Arial" panose="020B0604020202020204" pitchFamily="34" charset="0"/>
              <a:buChar char="•"/>
            </a:pPr>
            <a:r>
              <a:rPr lang="en-US" sz="1400"/>
              <a:t>DenseNet-161 with transfer learning accurately classifies chest X-rays.</a:t>
            </a:r>
          </a:p>
          <a:p>
            <a:pPr marL="152400" indent="0" algn="just"/>
            <a:endParaRPr lang="en-US" sz="1400"/>
          </a:p>
          <a:p>
            <a:pPr algn="just">
              <a:buFont typeface="Arial" panose="020B0604020202020204" pitchFamily="34" charset="0"/>
              <a:buChar char="•"/>
            </a:pPr>
            <a:r>
              <a:rPr lang="en-US" sz="1400"/>
              <a:t>DDP across multiple GPUs significantly shortens training time over single-GPU or CPU methods.</a:t>
            </a:r>
          </a:p>
          <a:p>
            <a:pPr marL="152400" indent="0" algn="just"/>
            <a:endParaRPr lang="en-US" sz="1400"/>
          </a:p>
          <a:p>
            <a:pPr algn="just">
              <a:buFont typeface="Arial" panose="020B0604020202020204" pitchFamily="34" charset="0"/>
              <a:buChar char="•"/>
            </a:pPr>
            <a:r>
              <a:rPr lang="en-US" sz="1400"/>
              <a:t>Larger batch sizes on 4-GPU setups with DDP improve efficiency and training speed.</a:t>
            </a:r>
          </a:p>
          <a:p>
            <a:pPr marL="152400" indent="0" algn="just"/>
            <a:endParaRPr lang="en-US" sz="1400"/>
          </a:p>
          <a:p>
            <a:pPr algn="just">
              <a:buFont typeface="Arial" panose="020B0604020202020204" pitchFamily="34" charset="0"/>
              <a:buChar char="•"/>
            </a:pPr>
            <a:r>
              <a:rPr lang="en-US" sz="1400" err="1"/>
              <a:t>Dask</a:t>
            </a:r>
            <a:r>
              <a:rPr lang="en-US" sz="1400"/>
              <a:t> minimizes evaluation time while maintaining accuracy, enhancing workflow speed.</a:t>
            </a:r>
          </a:p>
          <a:p>
            <a:pPr marL="152400" indent="0" algn="just"/>
            <a:endParaRPr lang="en-US" sz="1400"/>
          </a:p>
          <a:p>
            <a:pPr algn="just">
              <a:buFont typeface="Arial" panose="020B0604020202020204" pitchFamily="34" charset="0"/>
              <a:buChar char="•"/>
            </a:pPr>
            <a:r>
              <a:rPr lang="en-US" sz="1400"/>
              <a:t>Optimal GPU count and batch size balance are key for best training efficiency and accuracy.</a:t>
            </a:r>
          </a:p>
          <a:p>
            <a:pPr marL="152400" indent="0" algn="just"/>
            <a:endParaRPr lang="en-US" sz="1400"/>
          </a:p>
        </p:txBody>
      </p:sp>
    </p:spTree>
    <p:extLst>
      <p:ext uri="{BB962C8B-B14F-4D97-AF65-F5344CB8AC3E}">
        <p14:creationId xmlns:p14="http://schemas.microsoft.com/office/powerpoint/2010/main" val="3484343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3E2347-E9F1-03F8-7A06-ACD415B16807}"/>
              </a:ext>
            </a:extLst>
          </p:cNvPr>
          <p:cNvSpPr txBox="1"/>
          <p:nvPr/>
        </p:nvSpPr>
        <p:spPr>
          <a:xfrm>
            <a:off x="734976" y="602069"/>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Montserrat SemiBold"/>
              </a:rPr>
              <a:t>References</a:t>
            </a:r>
          </a:p>
        </p:txBody>
      </p:sp>
      <p:sp>
        <p:nvSpPr>
          <p:cNvPr id="3" name="TextBox 2">
            <a:extLst>
              <a:ext uri="{FF2B5EF4-FFF2-40B4-BE49-F238E27FC236}">
                <a16:creationId xmlns:a16="http://schemas.microsoft.com/office/drawing/2014/main" id="{6AA659B9-C07D-F3E9-6FCC-7A6597CEC378}"/>
              </a:ext>
            </a:extLst>
          </p:cNvPr>
          <p:cNvSpPr txBox="1"/>
          <p:nvPr/>
        </p:nvSpPr>
        <p:spPr>
          <a:xfrm>
            <a:off x="737633" y="1056610"/>
            <a:ext cx="7668732" cy="39359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buChar char="•"/>
            </a:pPr>
            <a:r>
              <a:rPr lang="en-IN">
                <a:latin typeface="Karla"/>
                <a:cs typeface="Times New Roman"/>
              </a:rPr>
              <a:t>https://</a:t>
            </a:r>
            <a:r>
              <a:rPr lang="en-IN" err="1">
                <a:latin typeface="Karla"/>
                <a:cs typeface="Times New Roman"/>
              </a:rPr>
              <a:t>docs.python.org</a:t>
            </a:r>
            <a:r>
              <a:rPr lang="en-IN">
                <a:latin typeface="Karla"/>
                <a:cs typeface="Times New Roman"/>
              </a:rPr>
              <a:t>/3/library/</a:t>
            </a:r>
            <a:r>
              <a:rPr lang="en-IN" err="1">
                <a:latin typeface="Karla"/>
                <a:cs typeface="Times New Roman"/>
              </a:rPr>
              <a:t>multiprocessing.html</a:t>
            </a:r>
            <a:r>
              <a:rPr lang="en-IN">
                <a:latin typeface="Karla"/>
                <a:cs typeface="Times New Roman"/>
              </a:rPr>
              <a:t> </a:t>
            </a:r>
            <a:endParaRPr lang="en-IN">
              <a:solidFill>
                <a:srgbClr val="1155CC"/>
              </a:solidFill>
              <a:latin typeface="Karla"/>
              <a:cs typeface="Times New Roman"/>
            </a:endParaRPr>
          </a:p>
          <a:p>
            <a:pPr algn="just">
              <a:lnSpc>
                <a:spcPct val="150000"/>
              </a:lnSpc>
              <a:buChar char="•"/>
            </a:pPr>
            <a:r>
              <a:rPr lang="en-IN">
                <a:latin typeface="Karla"/>
                <a:cs typeface="Times New Roman"/>
              </a:rPr>
              <a:t>https://</a:t>
            </a:r>
            <a:r>
              <a:rPr lang="en-IN" err="1">
                <a:latin typeface="Karla"/>
                <a:cs typeface="Times New Roman"/>
              </a:rPr>
              <a:t>docs.dask.org</a:t>
            </a:r>
            <a:r>
              <a:rPr lang="en-IN">
                <a:latin typeface="Karla"/>
                <a:cs typeface="Times New Roman"/>
              </a:rPr>
              <a:t>/</a:t>
            </a:r>
            <a:r>
              <a:rPr lang="en-IN" err="1">
                <a:latin typeface="Karla"/>
                <a:cs typeface="Times New Roman"/>
              </a:rPr>
              <a:t>en</a:t>
            </a:r>
            <a:r>
              <a:rPr lang="en-IN">
                <a:latin typeface="Karla"/>
                <a:cs typeface="Times New Roman"/>
              </a:rPr>
              <a:t>/stable/ </a:t>
            </a:r>
            <a:endParaRPr lang="en-IN">
              <a:latin typeface="Karla"/>
            </a:endParaRPr>
          </a:p>
          <a:p>
            <a:pPr algn="just">
              <a:lnSpc>
                <a:spcPct val="150000"/>
              </a:lnSpc>
              <a:buChar char="•"/>
            </a:pPr>
            <a:r>
              <a:rPr lang="en-IN">
                <a:latin typeface="Karla"/>
                <a:cs typeface="Times New Roman"/>
              </a:rPr>
              <a:t>https://</a:t>
            </a:r>
            <a:r>
              <a:rPr lang="en-IN" err="1">
                <a:latin typeface="Karla"/>
                <a:cs typeface="Times New Roman"/>
              </a:rPr>
              <a:t>pytorch.org</a:t>
            </a:r>
            <a:r>
              <a:rPr lang="en-IN">
                <a:latin typeface="Karla"/>
                <a:cs typeface="Times New Roman"/>
              </a:rPr>
              <a:t>/tutorials/intermediate/</a:t>
            </a:r>
            <a:r>
              <a:rPr lang="en-IN" err="1">
                <a:latin typeface="Karla"/>
                <a:cs typeface="Times New Roman"/>
              </a:rPr>
              <a:t>ddp_tutorial.html</a:t>
            </a:r>
            <a:r>
              <a:rPr lang="en-IN">
                <a:latin typeface="Karla"/>
                <a:cs typeface="Times New Roman"/>
              </a:rPr>
              <a:t>  </a:t>
            </a:r>
            <a:endParaRPr lang="en-IN">
              <a:latin typeface="Karla"/>
            </a:endParaRPr>
          </a:p>
          <a:p>
            <a:pPr algn="just">
              <a:lnSpc>
                <a:spcPct val="150000"/>
              </a:lnSpc>
              <a:buChar char="•"/>
            </a:pPr>
            <a:r>
              <a:rPr lang="en-IN">
                <a:latin typeface="Karla"/>
                <a:cs typeface="Times New Roman"/>
              </a:rPr>
              <a:t>https://</a:t>
            </a:r>
            <a:r>
              <a:rPr lang="en-IN" err="1">
                <a:latin typeface="Karla"/>
                <a:cs typeface="Times New Roman"/>
              </a:rPr>
              <a:t>pytorch.org</a:t>
            </a:r>
            <a:r>
              <a:rPr lang="en-IN">
                <a:latin typeface="Karla"/>
                <a:cs typeface="Times New Roman"/>
              </a:rPr>
              <a:t>/docs/stable/</a:t>
            </a:r>
            <a:r>
              <a:rPr lang="en-IN" err="1">
                <a:latin typeface="Karla"/>
                <a:cs typeface="Times New Roman"/>
              </a:rPr>
              <a:t>index.html</a:t>
            </a:r>
            <a:r>
              <a:rPr lang="en-IN">
                <a:latin typeface="Karla"/>
                <a:cs typeface="Times New Roman"/>
              </a:rPr>
              <a:t> </a:t>
            </a:r>
            <a:endParaRPr lang="en-IN">
              <a:latin typeface="Karla"/>
            </a:endParaRPr>
          </a:p>
          <a:p>
            <a:pPr algn="just">
              <a:lnSpc>
                <a:spcPct val="150000"/>
              </a:lnSpc>
              <a:buChar char="•"/>
            </a:pPr>
            <a:r>
              <a:rPr lang="en-IN">
                <a:latin typeface="Karla"/>
                <a:cs typeface="Times New Roman"/>
              </a:rPr>
              <a:t>https://data.mendeley.com/datasets/rscbjbr9sj/2 </a:t>
            </a:r>
          </a:p>
          <a:p>
            <a:pPr algn="just">
              <a:lnSpc>
                <a:spcPct val="150000"/>
              </a:lnSpc>
              <a:buChar char="•"/>
            </a:pPr>
            <a:r>
              <a:rPr lang="en-IN">
                <a:latin typeface="Karla"/>
                <a:cs typeface="Times New Roman"/>
              </a:rPr>
              <a:t>https://</a:t>
            </a:r>
            <a:r>
              <a:rPr lang="en-IN" err="1">
                <a:latin typeface="Karla"/>
                <a:cs typeface="Times New Roman"/>
              </a:rPr>
              <a:t>www.kaggle.com</a:t>
            </a:r>
            <a:r>
              <a:rPr lang="en-IN">
                <a:latin typeface="Karla"/>
                <a:cs typeface="Times New Roman"/>
              </a:rPr>
              <a:t>/code/</a:t>
            </a:r>
            <a:r>
              <a:rPr lang="en-IN" err="1">
                <a:latin typeface="Karla"/>
                <a:cs typeface="Times New Roman"/>
              </a:rPr>
              <a:t>writabrata</a:t>
            </a:r>
            <a:r>
              <a:rPr lang="en-IN">
                <a:latin typeface="Karla"/>
                <a:cs typeface="Times New Roman"/>
              </a:rPr>
              <a:t>/pneumonia-densenet121-82-accuracy </a:t>
            </a:r>
          </a:p>
          <a:p>
            <a:pPr algn="just">
              <a:lnSpc>
                <a:spcPct val="150000"/>
              </a:lnSpc>
              <a:buChar char="•"/>
            </a:pPr>
            <a:r>
              <a:rPr lang="en-IN">
                <a:latin typeface="Karla"/>
                <a:cs typeface="Times New Roman"/>
              </a:rPr>
              <a:t>https://</a:t>
            </a:r>
            <a:r>
              <a:rPr lang="en-IN" err="1">
                <a:latin typeface="Karla"/>
                <a:cs typeface="Times New Roman"/>
              </a:rPr>
              <a:t>pytorch.org</a:t>
            </a:r>
            <a:r>
              <a:rPr lang="en-IN">
                <a:latin typeface="Karla"/>
                <a:cs typeface="Times New Roman"/>
              </a:rPr>
              <a:t> </a:t>
            </a:r>
          </a:p>
          <a:p>
            <a:pPr algn="just">
              <a:lnSpc>
                <a:spcPct val="150000"/>
              </a:lnSpc>
              <a:buChar char="•"/>
            </a:pPr>
            <a:r>
              <a:rPr lang="en-IN">
                <a:latin typeface="Karla"/>
                <a:cs typeface="Times New Roman"/>
              </a:rPr>
              <a:t>https://</a:t>
            </a:r>
            <a:r>
              <a:rPr lang="en-IN" err="1">
                <a:latin typeface="Karla"/>
                <a:cs typeface="Times New Roman"/>
              </a:rPr>
              <a:t>medium.com</a:t>
            </a:r>
            <a:r>
              <a:rPr lang="en-IN">
                <a:latin typeface="Karla"/>
                <a:cs typeface="Times New Roman"/>
              </a:rPr>
              <a:t>/codex/a-comprehensive-tutorial-to-pytorch-distributeddataparallel-1f4b42bb1b51 </a:t>
            </a:r>
            <a:endParaRPr lang="en-IN">
              <a:latin typeface="Karla"/>
            </a:endParaRPr>
          </a:p>
          <a:p>
            <a:pPr algn="just">
              <a:lnSpc>
                <a:spcPct val="150000"/>
              </a:lnSpc>
              <a:buChar char="•"/>
            </a:pPr>
            <a:r>
              <a:rPr lang="en-IN">
                <a:latin typeface="Karla"/>
                <a:cs typeface="Times New Roman"/>
              </a:rPr>
              <a:t>https://</a:t>
            </a:r>
            <a:r>
              <a:rPr lang="en-IN" err="1">
                <a:latin typeface="Karla"/>
                <a:cs typeface="Times New Roman"/>
              </a:rPr>
              <a:t>pytorch.org</a:t>
            </a:r>
            <a:r>
              <a:rPr lang="en-IN">
                <a:latin typeface="Karla"/>
                <a:cs typeface="Times New Roman"/>
              </a:rPr>
              <a:t>/tutorials/intermediate/</a:t>
            </a:r>
            <a:r>
              <a:rPr lang="en-IN" err="1">
                <a:latin typeface="Karla"/>
                <a:cs typeface="Times New Roman"/>
              </a:rPr>
              <a:t>ddp_tutorial.html</a:t>
            </a:r>
            <a:r>
              <a:rPr lang="en-IN">
                <a:latin typeface="Karla"/>
                <a:cs typeface="Times New Roman"/>
              </a:rPr>
              <a:t> </a:t>
            </a:r>
            <a:endParaRPr lang="en-IN">
              <a:latin typeface="Karla"/>
            </a:endParaRPr>
          </a:p>
          <a:p>
            <a:pPr algn="just">
              <a:lnSpc>
                <a:spcPct val="150000"/>
              </a:lnSpc>
              <a:buChar char="•"/>
            </a:pPr>
            <a:r>
              <a:rPr lang="en-IN">
                <a:latin typeface="Karla"/>
                <a:cs typeface="Times New Roman"/>
              </a:rPr>
              <a:t>https://</a:t>
            </a:r>
            <a:r>
              <a:rPr lang="en-IN" err="1">
                <a:latin typeface="Karla"/>
                <a:cs typeface="Times New Roman"/>
              </a:rPr>
              <a:t>www.kaggle.com</a:t>
            </a:r>
            <a:r>
              <a:rPr lang="en-IN">
                <a:latin typeface="Karla"/>
                <a:cs typeface="Times New Roman"/>
              </a:rPr>
              <a:t>/code/</a:t>
            </a:r>
            <a:r>
              <a:rPr lang="en-IN" err="1">
                <a:latin typeface="Karla"/>
                <a:cs typeface="Times New Roman"/>
              </a:rPr>
              <a:t>piehtvh</a:t>
            </a:r>
            <a:r>
              <a:rPr lang="en-IN">
                <a:latin typeface="Karla"/>
                <a:cs typeface="Times New Roman"/>
              </a:rPr>
              <a:t>/class-weight-for-imbalanced-</a:t>
            </a:r>
            <a:r>
              <a:rPr lang="en-IN" err="1">
                <a:latin typeface="Karla"/>
                <a:cs typeface="Times New Roman"/>
              </a:rPr>
              <a:t>pediatric</a:t>
            </a:r>
            <a:r>
              <a:rPr lang="en-IN">
                <a:latin typeface="Karla"/>
                <a:cs typeface="Times New Roman"/>
              </a:rPr>
              <a:t>-dataset </a:t>
            </a:r>
            <a:endParaRPr lang="en-IN">
              <a:latin typeface="Karla"/>
            </a:endParaRPr>
          </a:p>
          <a:p>
            <a:pPr algn="just">
              <a:lnSpc>
                <a:spcPct val="150000"/>
              </a:lnSpc>
              <a:buChar char="•"/>
            </a:pPr>
            <a:r>
              <a:rPr lang="en-IN">
                <a:latin typeface="Karla"/>
                <a:cs typeface="Times New Roman"/>
              </a:rPr>
              <a:t>https://</a:t>
            </a:r>
            <a:r>
              <a:rPr lang="en-IN" err="1">
                <a:latin typeface="Karla"/>
                <a:cs typeface="Times New Roman"/>
              </a:rPr>
              <a:t>tutorial.dask.org</a:t>
            </a:r>
            <a:r>
              <a:rPr lang="en-IN">
                <a:latin typeface="Karla"/>
                <a:cs typeface="Times New Roman"/>
              </a:rPr>
              <a:t>/03_dask.delayed.html </a:t>
            </a:r>
          </a:p>
        </p:txBody>
      </p:sp>
    </p:spTree>
    <p:extLst>
      <p:ext uri="{BB962C8B-B14F-4D97-AF65-F5344CB8AC3E}">
        <p14:creationId xmlns:p14="http://schemas.microsoft.com/office/powerpoint/2010/main" val="2485200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ank You Presentation Vector Images (over 840)">
            <a:extLst>
              <a:ext uri="{FF2B5EF4-FFF2-40B4-BE49-F238E27FC236}">
                <a16:creationId xmlns:a16="http://schemas.microsoft.com/office/drawing/2014/main" id="{C6ED0DAD-EB80-BF91-45CB-F96366A05E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5485" y="648393"/>
            <a:ext cx="4649759" cy="4036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744950"/>
      </p:ext>
    </p:extLst>
  </p:cSld>
  <p:clrMapOvr>
    <a:masterClrMapping/>
  </p:clrMapOvr>
</p:sld>
</file>

<file path=ppt/theme/theme1.xml><?xml version="1.0" encoding="utf-8"?>
<a:theme xmlns:a="http://schemas.openxmlformats.org/drawingml/2006/main" name="Patient with Scleroderma Case Report by Slidesgo">
  <a:themeElements>
    <a:clrScheme name="Simple Light">
      <a:dk1>
        <a:srgbClr val="172B35"/>
      </a:dk1>
      <a:lt1>
        <a:srgbClr val="FFFFFF"/>
      </a:lt1>
      <a:dk2>
        <a:srgbClr val="ADC7CC"/>
      </a:dk2>
      <a:lt2>
        <a:srgbClr val="FFFFFF"/>
      </a:lt2>
      <a:accent1>
        <a:srgbClr val="FFFFFF"/>
      </a:accent1>
      <a:accent2>
        <a:srgbClr val="FFFFFF"/>
      </a:accent2>
      <a:accent3>
        <a:srgbClr val="FFFFFF"/>
      </a:accent3>
      <a:accent4>
        <a:srgbClr val="FFFFFF"/>
      </a:accent4>
      <a:accent5>
        <a:srgbClr val="FFFFFF"/>
      </a:accent5>
      <a:accent6>
        <a:srgbClr val="FFFFFF"/>
      </a:accent6>
      <a:hlink>
        <a:srgbClr val="172B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28</Slides>
  <Notes>10</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Patient with Scleroderma Case Report by Slidesgo</vt:lpstr>
      <vt:lpstr>      Parallel Computing for  Enhanced Pneumonia Detection in X-Rays  </vt:lpstr>
      <vt:lpstr>Contents</vt:lpstr>
      <vt:lpstr>Background</vt:lpstr>
      <vt:lpstr>Motivation </vt:lpstr>
      <vt:lpstr>Goals</vt:lpstr>
      <vt:lpstr>Dataset</vt:lpstr>
      <vt:lpstr>PowerPoint Presentation</vt:lpstr>
      <vt:lpstr>Methodology</vt:lpstr>
      <vt:lpstr>EDA using Multiprocessing</vt:lpstr>
      <vt:lpstr>How?</vt:lpstr>
      <vt:lpstr>Model Selection: DenseNet-161</vt:lpstr>
      <vt:lpstr>Model Training using Distributed Data Parallel</vt:lpstr>
      <vt:lpstr>How?</vt:lpstr>
      <vt:lpstr>Model Evaluation using Dask</vt:lpstr>
      <vt:lpstr>Results: EDA parallel </vt:lpstr>
      <vt:lpstr>Results: DDP Training</vt:lpstr>
      <vt:lpstr>PowerPoint Presentation</vt:lpstr>
      <vt:lpstr>PowerPoint Presentation</vt:lpstr>
      <vt:lpstr>PowerPoint Presentation</vt:lpstr>
      <vt:lpstr>PowerPoint Presentation</vt:lpstr>
      <vt:lpstr>PowerPoint Presentation</vt:lpstr>
      <vt:lpstr>Results: Dask Performance Evaluation</vt:lpstr>
      <vt:lpstr>Model Evaluation</vt:lpstr>
      <vt:lpstr>PowerPoint Presentation</vt:lpstr>
      <vt:lpstr>PowerPoint Presentation</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Computing for Enhanced Pneumonia Detection in X-Rays  </dc:title>
  <cp:revision>33</cp:revision>
  <dcterms:modified xsi:type="dcterms:W3CDTF">2024-04-22T21:17:26Z</dcterms:modified>
</cp:coreProperties>
</file>